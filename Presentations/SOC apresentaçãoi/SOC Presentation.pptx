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6858000" cy="9144000"/>
  <p:embeddedFontLst>
    <p:embeddedFont>
      <p:font typeface="Corbel"/>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3" roundtripDataSignature="AMtx7mg/ocHGd4CDg8sIRfg8VrDsOnER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orbel-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orbel-italic.fntdata"/><Relationship Id="rId30" Type="http://schemas.openxmlformats.org/officeDocument/2006/relationships/font" Target="fonts/Corbel-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Corbel-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 name="Google Shape;3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g2c523f894cf_1_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g2c523f894cf_1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2c52acb1d04_32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2c52acb1d04_32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g2c52acb1d04_32_0: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c52acb1d04_32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c52acb1d04_32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g2c52acb1d04_32_8: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c5469451e6_3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c5469451e6_3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g2c5469451e6_3_0: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c523f894cf_1_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c523f894cf_1_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g2c523f894cf_1_58: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c52acb1d04_14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c52acb1d04_14_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g2c52acb1d04_14_2: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c52acb1d04_3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c52acb1d04_3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g2c52acb1d04_3_0: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c52acb1d04_3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c52acb1d04_3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g2c52acb1d04_3_7: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c52acb1d04_3_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c52acb1d04_3_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2c52acb1d04_3_14: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c52acb1d04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c52acb1d04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2c52acb1d04_0_0: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c52acb1d04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c52acb1d04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2c52acb1d04_0_15: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c52acb1d04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c52acb1d04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2c52acb1d04_0_7: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c52acb1d04_16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c52acb1d04_16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2c52acb1d04_16_0: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c52acb1d04_16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c52acb1d04_16_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2c52acb1d04_16_16: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c52acb1d04_16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c52acb1d04_16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2c52acb1d04_16_8: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c52acb1d04_16_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c52acb1d04_16_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2c52acb1d04_16_23: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c53544980f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c53544980f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2c53544980f_0_0: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c53544980f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c53544980f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2c53544980f_0_8: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c53544980f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c53544980f_0_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g2c53544980f_0_16: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c53544980f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c53544980f_0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2c53544980f_0_24: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c53544980f_0_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c53544980f_0_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g2c53544980f_0_34: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c5469451e6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g2c5469451e6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o de Título">
  <p:cSld name="Diapositivo de Título">
    <p:spTree>
      <p:nvGrpSpPr>
        <p:cNvPr id="18" name="Shape 18"/>
        <p:cNvGrpSpPr/>
        <p:nvPr/>
      </p:nvGrpSpPr>
      <p:grpSpPr>
        <a:xfrm>
          <a:off x="0" y="0"/>
          <a:ext cx="0" cy="0"/>
          <a:chOff x="0" y="0"/>
          <a:chExt cx="0" cy="0"/>
        </a:xfrm>
      </p:grpSpPr>
      <p:pic>
        <p:nvPicPr>
          <p:cNvPr id="19" name="Google Shape;19;p21"/>
          <p:cNvPicPr preferRelativeResize="0"/>
          <p:nvPr/>
        </p:nvPicPr>
        <p:blipFill rotWithShape="1">
          <a:blip r:embed="rId2">
            <a:alphaModFix/>
          </a:blip>
          <a:srcRect b="0" l="0" r="0" t="0"/>
          <a:stretch/>
        </p:blipFill>
        <p:spPr>
          <a:xfrm>
            <a:off x="1115616" y="2708920"/>
            <a:ext cx="7580946" cy="3456384"/>
          </a:xfrm>
          <a:prstGeom prst="rect">
            <a:avLst/>
          </a:prstGeom>
          <a:noFill/>
          <a:ln>
            <a:noFill/>
          </a:ln>
        </p:spPr>
      </p:pic>
      <p:sp>
        <p:nvSpPr>
          <p:cNvPr id="20" name="Google Shape;20;p21"/>
          <p:cNvSpPr txBox="1"/>
          <p:nvPr>
            <p:ph idx="1" type="subTitle"/>
          </p:nvPr>
        </p:nvSpPr>
        <p:spPr>
          <a:xfrm>
            <a:off x="2555776" y="2780929"/>
            <a:ext cx="6120680" cy="504056"/>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chemeClr val="lt1"/>
              </a:buClr>
              <a:buSzPts val="3200"/>
              <a:buFont typeface="Corbel"/>
              <a:buNone/>
              <a:defRPr b="1" sz="3200">
                <a:solidFill>
                  <a:schemeClr val="lt1"/>
                </a:solidFill>
              </a:defRPr>
            </a:lvl1pPr>
            <a:lvl2pPr lvl="1" algn="ctr">
              <a:lnSpc>
                <a:spcPct val="100000"/>
              </a:lnSpc>
              <a:spcBef>
                <a:spcPts val="0"/>
              </a:spcBef>
              <a:spcAft>
                <a:spcPts val="0"/>
              </a:spcAft>
              <a:buClr>
                <a:srgbClr val="00A2D3"/>
              </a:buClr>
              <a:buSzPts val="1800"/>
              <a:buNone/>
              <a:defRPr/>
            </a:lvl2pPr>
            <a:lvl3pPr lvl="2" algn="ctr">
              <a:lnSpc>
                <a:spcPct val="100000"/>
              </a:lnSpc>
              <a:spcBef>
                <a:spcPts val="0"/>
              </a:spcBef>
              <a:spcAft>
                <a:spcPts val="0"/>
              </a:spcAft>
              <a:buClr>
                <a:srgbClr val="373E48"/>
              </a:buClr>
              <a:buSzPts val="1800"/>
              <a:buNone/>
              <a:defRPr/>
            </a:lvl3pPr>
            <a:lvl4pPr lvl="3" algn="ctr">
              <a:lnSpc>
                <a:spcPct val="100000"/>
              </a:lnSpc>
              <a:spcBef>
                <a:spcPts val="0"/>
              </a:spcBef>
              <a:spcAft>
                <a:spcPts val="0"/>
              </a:spcAft>
              <a:buSzPts val="1800"/>
              <a:buNone/>
              <a:defRPr/>
            </a:lvl4pPr>
            <a:lvl5pPr lvl="4" algn="ctr">
              <a:lnSpc>
                <a:spcPct val="100000"/>
              </a:lnSpc>
              <a:spcBef>
                <a:spcPts val="0"/>
              </a:spcBef>
              <a:spcAft>
                <a:spcPts val="0"/>
              </a:spcAft>
              <a:buSzPts val="1800"/>
              <a:buNone/>
              <a:defRPr/>
            </a:lvl5pPr>
            <a:lvl6pPr lvl="5" algn="ctr">
              <a:lnSpc>
                <a:spcPct val="100000"/>
              </a:lnSpc>
              <a:spcBef>
                <a:spcPts val="0"/>
              </a:spcBef>
              <a:spcAft>
                <a:spcPts val="0"/>
              </a:spcAft>
              <a:buSzPts val="1800"/>
              <a:buNone/>
              <a:defRPr/>
            </a:lvl6pPr>
            <a:lvl7pPr lvl="6" algn="ctr">
              <a:lnSpc>
                <a:spcPct val="100000"/>
              </a:lnSpc>
              <a:spcBef>
                <a:spcPts val="0"/>
              </a:spcBef>
              <a:spcAft>
                <a:spcPts val="0"/>
              </a:spcAft>
              <a:buSzPts val="1800"/>
              <a:buNone/>
              <a:defRPr/>
            </a:lvl7pPr>
            <a:lvl8pPr lvl="7" algn="ctr">
              <a:lnSpc>
                <a:spcPct val="100000"/>
              </a:lnSpc>
              <a:spcBef>
                <a:spcPts val="0"/>
              </a:spcBef>
              <a:spcAft>
                <a:spcPts val="0"/>
              </a:spcAft>
              <a:buSzPts val="1800"/>
              <a:buNone/>
              <a:defRPr/>
            </a:lvl8pPr>
            <a:lvl9pPr lvl="8" algn="ctr">
              <a:lnSpc>
                <a:spcPct val="100000"/>
              </a:lnSpc>
              <a:spcBef>
                <a:spcPts val="0"/>
              </a:spcBef>
              <a:spcAft>
                <a:spcPts val="0"/>
              </a:spcAft>
              <a:buSzPts val="1800"/>
              <a:buNone/>
              <a:defRPr/>
            </a:lvl9pPr>
          </a:lstStyle>
          <a:p/>
        </p:txBody>
      </p:sp>
      <p:sp>
        <p:nvSpPr>
          <p:cNvPr id="21" name="Google Shape;21;p21"/>
          <p:cNvSpPr txBox="1"/>
          <p:nvPr>
            <p:ph type="ctrTitle"/>
          </p:nvPr>
        </p:nvSpPr>
        <p:spPr>
          <a:xfrm>
            <a:off x="1115616" y="1196752"/>
            <a:ext cx="7577814" cy="1470025"/>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rgbClr val="373E48"/>
              </a:buClr>
              <a:buSzPts val="5400"/>
              <a:buFont typeface="Corbel"/>
              <a:buNone/>
              <a:defRPr b="0" sz="5400">
                <a:solidFill>
                  <a:srgbClr val="373E4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1"/>
          <p:cNvSpPr txBox="1"/>
          <p:nvPr>
            <p:ph idx="2" type="body"/>
          </p:nvPr>
        </p:nvSpPr>
        <p:spPr>
          <a:xfrm>
            <a:off x="4644008" y="5301208"/>
            <a:ext cx="4032250" cy="865187"/>
          </a:xfrm>
          <a:prstGeom prst="rect">
            <a:avLst/>
          </a:prstGeom>
          <a:noFill/>
          <a:ln>
            <a:noFill/>
          </a:ln>
        </p:spPr>
        <p:txBody>
          <a:bodyPr anchorCtr="0" anchor="t" bIns="45700" lIns="91425" spcFirstLastPara="1" rIns="91425" wrap="square" tIns="45700">
            <a:normAutofit/>
          </a:bodyPr>
          <a:lstStyle>
            <a:lvl1pPr indent="-228600" lvl="0" marL="457200" marR="0" algn="r">
              <a:lnSpc>
                <a:spcPct val="100000"/>
              </a:lnSpc>
              <a:spcBef>
                <a:spcPts val="0"/>
              </a:spcBef>
              <a:spcAft>
                <a:spcPts val="0"/>
              </a:spcAft>
              <a:buClr>
                <a:srgbClr val="373E48"/>
              </a:buClr>
              <a:buSzPts val="2800"/>
              <a:buFont typeface="Corbel"/>
              <a:buNone/>
              <a:defRPr sz="2800"/>
            </a:lvl1pPr>
            <a:lvl2pPr indent="-342900" lvl="1" marL="914400" algn="l">
              <a:lnSpc>
                <a:spcPct val="100000"/>
              </a:lnSpc>
              <a:spcBef>
                <a:spcPts val="0"/>
              </a:spcBef>
              <a:spcAft>
                <a:spcPts val="0"/>
              </a:spcAft>
              <a:buClr>
                <a:srgbClr val="00A2D3"/>
              </a:buClr>
              <a:buSzPts val="1800"/>
              <a:buChar char="–"/>
              <a:defRPr/>
            </a:lvl2pPr>
            <a:lvl3pPr indent="-342900" lvl="2" marL="1371600" algn="l">
              <a:lnSpc>
                <a:spcPct val="100000"/>
              </a:lnSpc>
              <a:spcBef>
                <a:spcPts val="0"/>
              </a:spcBef>
              <a:spcAft>
                <a:spcPts val="0"/>
              </a:spcAft>
              <a:buClr>
                <a:srgbClr val="373E48"/>
              </a:buClr>
              <a:buSzPts val="1800"/>
              <a:buChar char="•"/>
              <a:defRPr/>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23" name="Google Shape;23;p21"/>
          <p:cNvSpPr txBox="1"/>
          <p:nvPr>
            <p:ph idx="12" type="sldNum"/>
          </p:nvPr>
        </p:nvSpPr>
        <p:spPr>
          <a:xfrm>
            <a:off x="7010400" y="6525344"/>
            <a:ext cx="2133600" cy="332656"/>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pic>
        <p:nvPicPr>
          <p:cNvPr id="24" name="Google Shape;24;p21"/>
          <p:cNvPicPr preferRelativeResize="0"/>
          <p:nvPr/>
        </p:nvPicPr>
        <p:blipFill rotWithShape="1">
          <a:blip r:embed="rId3">
            <a:alphaModFix/>
          </a:blip>
          <a:srcRect b="0" l="0" r="0" t="0"/>
          <a:stretch/>
        </p:blipFill>
        <p:spPr>
          <a:xfrm>
            <a:off x="-1" y="6182245"/>
            <a:ext cx="6516217" cy="67575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p:cSld name="Título e Texto">
    <p:spTree>
      <p:nvGrpSpPr>
        <p:cNvPr id="25" name="Shape 25"/>
        <p:cNvGrpSpPr/>
        <p:nvPr/>
      </p:nvGrpSpPr>
      <p:grpSpPr>
        <a:xfrm>
          <a:off x="0" y="0"/>
          <a:ext cx="0" cy="0"/>
          <a:chOff x="0" y="0"/>
          <a:chExt cx="0" cy="0"/>
        </a:xfrm>
      </p:grpSpPr>
      <p:sp>
        <p:nvSpPr>
          <p:cNvPr id="26" name="Google Shape;26;p22"/>
          <p:cNvSpPr txBox="1"/>
          <p:nvPr>
            <p:ph idx="1" type="body"/>
          </p:nvPr>
        </p:nvSpPr>
        <p:spPr>
          <a:xfrm>
            <a:off x="1295128" y="1340768"/>
            <a:ext cx="7597352" cy="51845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Clr>
                <a:srgbClr val="373E48"/>
              </a:buClr>
              <a:buSzPts val="1800"/>
              <a:buChar char="•"/>
              <a:defRPr/>
            </a:lvl1pPr>
            <a:lvl2pPr indent="-342900" lvl="1" marL="914400" algn="l">
              <a:lnSpc>
                <a:spcPct val="100000"/>
              </a:lnSpc>
              <a:spcBef>
                <a:spcPts val="0"/>
              </a:spcBef>
              <a:spcAft>
                <a:spcPts val="0"/>
              </a:spcAft>
              <a:buClr>
                <a:srgbClr val="00A2D3"/>
              </a:buClr>
              <a:buSzPts val="1800"/>
              <a:buChar char="–"/>
              <a:defRPr/>
            </a:lvl2pPr>
            <a:lvl3pPr indent="-342900" lvl="2" marL="1371600" algn="l">
              <a:lnSpc>
                <a:spcPct val="100000"/>
              </a:lnSpc>
              <a:spcBef>
                <a:spcPts val="0"/>
              </a:spcBef>
              <a:spcAft>
                <a:spcPts val="0"/>
              </a:spcAft>
              <a:buClr>
                <a:srgbClr val="373E48"/>
              </a:buClr>
              <a:buSzPts val="1800"/>
              <a:buChar char="•"/>
              <a:defRPr/>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27" name="Google Shape;27;p22"/>
          <p:cNvSpPr txBox="1"/>
          <p:nvPr>
            <p:ph idx="12" type="sldNum"/>
          </p:nvPr>
        </p:nvSpPr>
        <p:spPr>
          <a:xfrm>
            <a:off x="7010400" y="6525344"/>
            <a:ext cx="2133600" cy="332656"/>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22"/>
          <p:cNvSpPr txBox="1"/>
          <p:nvPr>
            <p:ph type="title"/>
          </p:nvPr>
        </p:nvSpPr>
        <p:spPr>
          <a:xfrm>
            <a:off x="2483768" y="1"/>
            <a:ext cx="4680520" cy="1196752"/>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373E48"/>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Texto">
  <p:cSld name="1_Título e Texto">
    <p:spTree>
      <p:nvGrpSpPr>
        <p:cNvPr id="29" name="Shape 29"/>
        <p:cNvGrpSpPr/>
        <p:nvPr/>
      </p:nvGrpSpPr>
      <p:grpSpPr>
        <a:xfrm>
          <a:off x="0" y="0"/>
          <a:ext cx="0" cy="0"/>
          <a:chOff x="0" y="0"/>
          <a:chExt cx="0" cy="0"/>
        </a:xfrm>
      </p:grpSpPr>
      <p:sp>
        <p:nvSpPr>
          <p:cNvPr id="30" name="Google Shape;30;p23"/>
          <p:cNvSpPr txBox="1"/>
          <p:nvPr>
            <p:ph idx="12" type="sldNum"/>
          </p:nvPr>
        </p:nvSpPr>
        <p:spPr>
          <a:xfrm>
            <a:off x="7010400" y="6525344"/>
            <a:ext cx="2133600" cy="332656"/>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23"/>
          <p:cNvSpPr txBox="1"/>
          <p:nvPr>
            <p:ph type="title"/>
          </p:nvPr>
        </p:nvSpPr>
        <p:spPr>
          <a:xfrm>
            <a:off x="2483768" y="1"/>
            <a:ext cx="4680520" cy="1196752"/>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373E48"/>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ítulo e Texto">
  <p:cSld name="2_Título e Texto">
    <p:spTree>
      <p:nvGrpSpPr>
        <p:cNvPr id="32" name="Shape 32"/>
        <p:cNvGrpSpPr/>
        <p:nvPr/>
      </p:nvGrpSpPr>
      <p:grpSpPr>
        <a:xfrm>
          <a:off x="0" y="0"/>
          <a:ext cx="0" cy="0"/>
          <a:chOff x="0" y="0"/>
          <a:chExt cx="0" cy="0"/>
        </a:xfrm>
      </p:grpSpPr>
      <p:sp>
        <p:nvSpPr>
          <p:cNvPr id="33" name="Google Shape;33;p24"/>
          <p:cNvSpPr txBox="1"/>
          <p:nvPr>
            <p:ph idx="12" type="sldNum"/>
          </p:nvPr>
        </p:nvSpPr>
        <p:spPr>
          <a:xfrm>
            <a:off x="7010400" y="6525344"/>
            <a:ext cx="2133600" cy="332656"/>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20"/>
          <p:cNvPicPr preferRelativeResize="0"/>
          <p:nvPr/>
        </p:nvPicPr>
        <p:blipFill rotWithShape="1">
          <a:blip r:embed="rId1">
            <a:alphaModFix/>
          </a:blip>
          <a:srcRect b="80589" l="16573" r="0" t="0"/>
          <a:stretch/>
        </p:blipFill>
        <p:spPr>
          <a:xfrm>
            <a:off x="-1" y="0"/>
            <a:ext cx="9144001" cy="1196752"/>
          </a:xfrm>
          <a:prstGeom prst="rect">
            <a:avLst/>
          </a:prstGeom>
          <a:noFill/>
          <a:ln>
            <a:noFill/>
          </a:ln>
        </p:spPr>
      </p:pic>
      <p:pic>
        <p:nvPicPr>
          <p:cNvPr id="11" name="Google Shape;11;p20"/>
          <p:cNvPicPr preferRelativeResize="0"/>
          <p:nvPr/>
        </p:nvPicPr>
        <p:blipFill rotWithShape="1">
          <a:blip r:embed="rId1">
            <a:alphaModFix/>
          </a:blip>
          <a:srcRect b="0" l="16573" r="0" t="19410"/>
          <a:stretch/>
        </p:blipFill>
        <p:spPr>
          <a:xfrm>
            <a:off x="0" y="1196752"/>
            <a:ext cx="9144001" cy="5661248"/>
          </a:xfrm>
          <a:prstGeom prst="rect">
            <a:avLst/>
          </a:prstGeom>
          <a:noFill/>
          <a:ln>
            <a:noFill/>
          </a:ln>
        </p:spPr>
      </p:pic>
      <p:sp>
        <p:nvSpPr>
          <p:cNvPr id="12" name="Google Shape;12;p20"/>
          <p:cNvSpPr/>
          <p:nvPr/>
        </p:nvSpPr>
        <p:spPr>
          <a:xfrm>
            <a:off x="0" y="1196752"/>
            <a:ext cx="9144000" cy="5661248"/>
          </a:xfrm>
          <a:prstGeom prst="rect">
            <a:avLst/>
          </a:prstGeom>
          <a:solidFill>
            <a:schemeClr val="lt1">
              <a:alpha val="7254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 name="Google Shape;13;p20"/>
          <p:cNvSpPr txBox="1"/>
          <p:nvPr>
            <p:ph type="title"/>
          </p:nvPr>
        </p:nvSpPr>
        <p:spPr>
          <a:xfrm>
            <a:off x="2483768" y="1"/>
            <a:ext cx="4680520" cy="1196752"/>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373E48"/>
              </a:buClr>
              <a:buSzPts val="3600"/>
              <a:buFont typeface="Corbel"/>
              <a:buNone/>
              <a:defRPr b="0" i="0" sz="3600" u="none" cap="none" strike="noStrike">
                <a:solidFill>
                  <a:srgbClr val="373E48"/>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 name="Google Shape;14;p20"/>
          <p:cNvSpPr txBox="1"/>
          <p:nvPr>
            <p:ph idx="1" type="body"/>
          </p:nvPr>
        </p:nvSpPr>
        <p:spPr>
          <a:xfrm>
            <a:off x="1295128" y="1340768"/>
            <a:ext cx="7597352" cy="5184576"/>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100000"/>
              </a:lnSpc>
              <a:spcBef>
                <a:spcPts val="0"/>
              </a:spcBef>
              <a:spcAft>
                <a:spcPts val="0"/>
              </a:spcAft>
              <a:buClr>
                <a:srgbClr val="373E48"/>
              </a:buClr>
              <a:buSzPts val="2800"/>
              <a:buFont typeface="Corbel"/>
              <a:buChar char="•"/>
              <a:defRPr b="0" i="0" sz="2800" u="none" cap="none" strike="noStrike">
                <a:solidFill>
                  <a:srgbClr val="373E48"/>
                </a:solidFill>
                <a:latin typeface="Corbel"/>
                <a:ea typeface="Corbel"/>
                <a:cs typeface="Corbel"/>
                <a:sym typeface="Corbel"/>
              </a:defRPr>
            </a:lvl1pPr>
            <a:lvl2pPr indent="-381000" lvl="1" marL="914400" marR="0" rtl="0" algn="l">
              <a:lnSpc>
                <a:spcPct val="100000"/>
              </a:lnSpc>
              <a:spcBef>
                <a:spcPts val="0"/>
              </a:spcBef>
              <a:spcAft>
                <a:spcPts val="0"/>
              </a:spcAft>
              <a:buClr>
                <a:srgbClr val="00A2D3"/>
              </a:buClr>
              <a:buSzPts val="2400"/>
              <a:buFont typeface="Corbel"/>
              <a:buChar char="–"/>
              <a:defRPr b="0" i="0" sz="2400" u="none" cap="none" strike="noStrike">
                <a:solidFill>
                  <a:srgbClr val="00A2D3"/>
                </a:solidFill>
                <a:latin typeface="Corbel"/>
                <a:ea typeface="Corbel"/>
                <a:cs typeface="Corbel"/>
                <a:sym typeface="Corbel"/>
              </a:defRPr>
            </a:lvl2pPr>
            <a:lvl3pPr indent="-381000" lvl="2" marL="1371600" marR="0" rtl="0" algn="l">
              <a:lnSpc>
                <a:spcPct val="100000"/>
              </a:lnSpc>
              <a:spcBef>
                <a:spcPts val="0"/>
              </a:spcBef>
              <a:spcAft>
                <a:spcPts val="0"/>
              </a:spcAft>
              <a:buClr>
                <a:srgbClr val="373E48"/>
              </a:buClr>
              <a:buSzPts val="2400"/>
              <a:buFont typeface="Corbel"/>
              <a:buChar char="•"/>
              <a:defRPr b="0" i="0" sz="2400" u="none" cap="none" strike="noStrike">
                <a:solidFill>
                  <a:srgbClr val="373E48"/>
                </a:solidFill>
                <a:latin typeface="Corbel"/>
                <a:ea typeface="Corbel"/>
                <a:cs typeface="Corbel"/>
                <a:sym typeface="Corbel"/>
              </a:defRPr>
            </a:lvl3pPr>
            <a:lvl4pPr indent="-355600" lvl="3" marL="1828800" marR="0" rtl="0" algn="l">
              <a:lnSpc>
                <a:spcPct val="100000"/>
              </a:lnSpc>
              <a:spcBef>
                <a:spcPts val="0"/>
              </a:spcBef>
              <a:spcAft>
                <a:spcPts val="0"/>
              </a:spcAft>
              <a:buClr>
                <a:srgbClr val="000000"/>
              </a:buClr>
              <a:buSzPts val="2000"/>
              <a:buFont typeface="Corbel"/>
              <a:buChar char="–"/>
              <a:defRPr b="0" i="0" sz="2000" u="none" cap="none" strike="noStrike">
                <a:solidFill>
                  <a:srgbClr val="000000"/>
                </a:solidFill>
                <a:latin typeface="Corbel"/>
                <a:ea typeface="Corbel"/>
                <a:cs typeface="Corbel"/>
                <a:sym typeface="Corbel"/>
              </a:defRPr>
            </a:lvl4pPr>
            <a:lvl5pPr indent="-355600" lvl="4" marL="2286000" marR="0" rtl="0" algn="l">
              <a:lnSpc>
                <a:spcPct val="100000"/>
              </a:lnSpc>
              <a:spcBef>
                <a:spcPts val="0"/>
              </a:spcBef>
              <a:spcAft>
                <a:spcPts val="0"/>
              </a:spcAft>
              <a:buClr>
                <a:srgbClr val="000000"/>
              </a:buClr>
              <a:buSzPts val="2000"/>
              <a:buFont typeface="Corbel"/>
              <a:buChar char="»"/>
              <a:defRPr b="0" i="0" sz="2000" u="none" cap="none" strike="noStrike">
                <a:solidFill>
                  <a:srgbClr val="000000"/>
                </a:solidFill>
                <a:latin typeface="Corbel"/>
                <a:ea typeface="Corbel"/>
                <a:cs typeface="Corbel"/>
                <a:sym typeface="Corbel"/>
              </a:defRPr>
            </a:lvl5pPr>
            <a:lvl6pPr indent="-355600" lvl="5" marL="2743200" marR="0" rtl="0" algn="l">
              <a:lnSpc>
                <a:spcPct val="100000"/>
              </a:lnSpc>
              <a:spcBef>
                <a:spcPts val="0"/>
              </a:spcBef>
              <a:spcAft>
                <a:spcPts val="0"/>
              </a:spcAft>
              <a:buClr>
                <a:srgbClr val="000000"/>
              </a:buClr>
              <a:buSzPts val="2000"/>
              <a:buFont typeface="Arial"/>
              <a:buChar char="•"/>
              <a:defRPr b="0" i="0" sz="2000" u="none" cap="none" strike="noStrike">
                <a:solidFill>
                  <a:srgbClr val="000000"/>
                </a:solidFill>
                <a:latin typeface="Arial"/>
                <a:ea typeface="Arial"/>
                <a:cs typeface="Arial"/>
                <a:sym typeface="Arial"/>
              </a:defRPr>
            </a:lvl6pPr>
            <a:lvl7pPr indent="-355600" lvl="6" marL="3200400" marR="0" rtl="0" algn="l">
              <a:lnSpc>
                <a:spcPct val="100000"/>
              </a:lnSpc>
              <a:spcBef>
                <a:spcPts val="0"/>
              </a:spcBef>
              <a:spcAft>
                <a:spcPts val="0"/>
              </a:spcAft>
              <a:buClr>
                <a:srgbClr val="000000"/>
              </a:buClr>
              <a:buSzPts val="2000"/>
              <a:buFont typeface="Arial"/>
              <a:buChar char="•"/>
              <a:defRPr b="0" i="0" sz="2000" u="none" cap="none" strike="noStrike">
                <a:solidFill>
                  <a:srgbClr val="000000"/>
                </a:solidFill>
                <a:latin typeface="Arial"/>
                <a:ea typeface="Arial"/>
                <a:cs typeface="Arial"/>
                <a:sym typeface="Arial"/>
              </a:defRPr>
            </a:lvl7pPr>
            <a:lvl8pPr indent="-355600" lvl="7" marL="3657600" marR="0" rtl="0" algn="l">
              <a:lnSpc>
                <a:spcPct val="100000"/>
              </a:lnSpc>
              <a:spcBef>
                <a:spcPts val="0"/>
              </a:spcBef>
              <a:spcAft>
                <a:spcPts val="0"/>
              </a:spcAft>
              <a:buClr>
                <a:srgbClr val="000000"/>
              </a:buClr>
              <a:buSzPts val="2000"/>
              <a:buFont typeface="Arial"/>
              <a:buChar char="•"/>
              <a:defRPr b="0" i="0" sz="2000" u="none" cap="none" strike="noStrike">
                <a:solidFill>
                  <a:srgbClr val="000000"/>
                </a:solidFill>
                <a:latin typeface="Arial"/>
                <a:ea typeface="Arial"/>
                <a:cs typeface="Arial"/>
                <a:sym typeface="Arial"/>
              </a:defRPr>
            </a:lvl8pPr>
            <a:lvl9pPr indent="-355600" lvl="8" marL="4114800" marR="0" rtl="0" algn="l">
              <a:lnSpc>
                <a:spcPct val="100000"/>
              </a:lnSpc>
              <a:spcBef>
                <a:spcPts val="0"/>
              </a:spcBef>
              <a:spcAft>
                <a:spcPts val="0"/>
              </a:spcAft>
              <a:buClr>
                <a:srgbClr val="000000"/>
              </a:buClr>
              <a:buSzPts val="2000"/>
              <a:buFont typeface="Arial"/>
              <a:buChar char="•"/>
              <a:defRPr b="0" i="0" sz="2000" u="none" cap="none" strike="noStrike">
                <a:solidFill>
                  <a:srgbClr val="000000"/>
                </a:solidFill>
                <a:latin typeface="Arial"/>
                <a:ea typeface="Arial"/>
                <a:cs typeface="Arial"/>
                <a:sym typeface="Arial"/>
              </a:defRPr>
            </a:lvl9pPr>
          </a:lstStyle>
          <a:p/>
        </p:txBody>
      </p:sp>
      <p:sp>
        <p:nvSpPr>
          <p:cNvPr id="15" name="Google Shape;15;p20"/>
          <p:cNvSpPr txBox="1"/>
          <p:nvPr/>
        </p:nvSpPr>
        <p:spPr>
          <a:xfrm>
            <a:off x="0" y="116632"/>
            <a:ext cx="2555776" cy="10618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373E48"/>
                </a:solidFill>
                <a:latin typeface="Corbel"/>
                <a:ea typeface="Corbel"/>
                <a:cs typeface="Corbel"/>
                <a:sym typeface="Corbel"/>
              </a:rPr>
              <a:t>ESRG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0A2D3"/>
                </a:solidFill>
                <a:latin typeface="Corbel"/>
                <a:ea typeface="Corbel"/>
                <a:cs typeface="Corbel"/>
                <a:sym typeface="Corbel"/>
              </a:rPr>
              <a:t>Embedded Systems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0A2D3"/>
                </a:solidFill>
                <a:latin typeface="Corbel"/>
                <a:ea typeface="Corbel"/>
                <a:cs typeface="Corbel"/>
                <a:sym typeface="Corbel"/>
              </a:rPr>
              <a:t>Research Group</a:t>
            </a:r>
            <a:endParaRPr b="0" i="0" sz="1400" u="none" cap="none" strike="noStrike">
              <a:solidFill>
                <a:srgbClr val="000000"/>
              </a:solidFill>
              <a:latin typeface="Arial"/>
              <a:ea typeface="Arial"/>
              <a:cs typeface="Arial"/>
              <a:sym typeface="Arial"/>
            </a:endParaRPr>
          </a:p>
        </p:txBody>
      </p:sp>
      <p:pic>
        <p:nvPicPr>
          <p:cNvPr id="16" name="Google Shape;16;p20"/>
          <p:cNvPicPr preferRelativeResize="0"/>
          <p:nvPr/>
        </p:nvPicPr>
        <p:blipFill rotWithShape="1">
          <a:blip r:embed="rId2">
            <a:alphaModFix/>
          </a:blip>
          <a:srcRect b="1448" l="3813" r="37960" t="0"/>
          <a:stretch/>
        </p:blipFill>
        <p:spPr>
          <a:xfrm>
            <a:off x="0" y="1196752"/>
            <a:ext cx="1115616" cy="5661248"/>
          </a:xfrm>
          <a:prstGeom prst="rect">
            <a:avLst/>
          </a:prstGeom>
          <a:noFill/>
          <a:ln>
            <a:noFill/>
          </a:ln>
        </p:spPr>
      </p:pic>
      <p:sp>
        <p:nvSpPr>
          <p:cNvPr id="17" name="Google Shape;17;p20"/>
          <p:cNvSpPr txBox="1"/>
          <p:nvPr>
            <p:ph idx="12" type="sldNum"/>
          </p:nvPr>
        </p:nvSpPr>
        <p:spPr>
          <a:xfrm>
            <a:off x="7010400" y="6525344"/>
            <a:ext cx="2133600" cy="332656"/>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0.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1"/>
          <p:cNvSpPr txBox="1"/>
          <p:nvPr>
            <p:ph idx="1" type="subTitle"/>
          </p:nvPr>
        </p:nvSpPr>
        <p:spPr>
          <a:xfrm>
            <a:off x="1115616" y="2708921"/>
            <a:ext cx="4104456" cy="648072"/>
          </a:xfrm>
          <a:prstGeom prst="rect">
            <a:avLst/>
          </a:prstGeom>
          <a:solidFill>
            <a:srgbClr val="373E48">
              <a:alpha val="45490"/>
            </a:srgbClr>
          </a:solid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3600"/>
              <a:buFont typeface="Corbel"/>
              <a:buNone/>
            </a:pPr>
            <a:r>
              <a:rPr lang="en-US" sz="3600"/>
              <a:t>Embedded Systems</a:t>
            </a:r>
            <a:endParaRPr sz="3600"/>
          </a:p>
          <a:p>
            <a:pPr indent="0" lvl="0" marL="0" rtl="0" algn="r">
              <a:lnSpc>
                <a:spcPct val="100000"/>
              </a:lnSpc>
              <a:spcBef>
                <a:spcPts val="0"/>
              </a:spcBef>
              <a:spcAft>
                <a:spcPts val="0"/>
              </a:spcAft>
              <a:buClr>
                <a:schemeClr val="lt1"/>
              </a:buClr>
              <a:buSzPts val="3600"/>
              <a:buFont typeface="Corbel"/>
              <a:buNone/>
            </a:pPr>
            <a:r>
              <a:t/>
            </a:r>
            <a:endParaRPr sz="3600"/>
          </a:p>
        </p:txBody>
      </p:sp>
      <p:sp>
        <p:nvSpPr>
          <p:cNvPr id="39" name="Google Shape;39;p1"/>
          <p:cNvSpPr txBox="1"/>
          <p:nvPr/>
        </p:nvSpPr>
        <p:spPr>
          <a:xfrm>
            <a:off x="1087167" y="2097357"/>
            <a:ext cx="21603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4000"/>
              <a:buFont typeface="Arial"/>
              <a:buNone/>
            </a:pPr>
            <a:r>
              <a:rPr b="1" i="1" lang="en-US" sz="4000">
                <a:solidFill>
                  <a:schemeClr val="dk1"/>
                </a:solidFill>
                <a:latin typeface="Calibri"/>
                <a:ea typeface="Calibri"/>
                <a:cs typeface="Calibri"/>
                <a:sym typeface="Calibri"/>
              </a:rPr>
              <a:t>SOC</a:t>
            </a:r>
            <a:endParaRPr b="0" i="0" sz="4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g2c523f894cf_1_28"/>
          <p:cNvSpPr txBox="1"/>
          <p:nvPr>
            <p:ph type="title"/>
          </p:nvPr>
        </p:nvSpPr>
        <p:spPr>
          <a:xfrm>
            <a:off x="2483768" y="1"/>
            <a:ext cx="4680600" cy="1196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73E48"/>
              </a:buClr>
              <a:buSzPts val="3600"/>
              <a:buFont typeface="Corbel"/>
              <a:buNone/>
            </a:pPr>
            <a:r>
              <a:rPr lang="en-US"/>
              <a:t>Agenda</a:t>
            </a:r>
            <a:endParaRPr/>
          </a:p>
        </p:txBody>
      </p:sp>
      <p:sp>
        <p:nvSpPr>
          <p:cNvPr id="45" name="Google Shape;45;g2c523f894cf_1_28"/>
          <p:cNvSpPr txBox="1"/>
          <p:nvPr>
            <p:ph idx="1" type="body"/>
          </p:nvPr>
        </p:nvSpPr>
        <p:spPr>
          <a:xfrm>
            <a:off x="1295125" y="1340777"/>
            <a:ext cx="7597500" cy="2849700"/>
          </a:xfrm>
          <a:prstGeom prst="rect">
            <a:avLst/>
          </a:prstGeom>
        </p:spPr>
        <p:txBody>
          <a:bodyPr anchorCtr="0" anchor="t" bIns="45700" lIns="91425" spcFirstLastPara="1" rIns="91425" wrap="square" tIns="45700">
            <a:normAutofit/>
          </a:bodyPr>
          <a:lstStyle/>
          <a:p>
            <a:pPr indent="-368300" lvl="0" marL="457200" rtl="0" algn="l">
              <a:spcBef>
                <a:spcPts val="0"/>
              </a:spcBef>
              <a:spcAft>
                <a:spcPts val="0"/>
              </a:spcAft>
              <a:buSzPts val="2200"/>
              <a:buChar char="•"/>
            </a:pPr>
            <a:r>
              <a:rPr lang="en-US" sz="2200"/>
              <a:t>AXI Protocol </a:t>
            </a:r>
            <a:endParaRPr sz="2200"/>
          </a:p>
          <a:p>
            <a:pPr indent="-368300" lvl="1" marL="1371600" rtl="0" algn="l">
              <a:spcBef>
                <a:spcPts val="0"/>
              </a:spcBef>
              <a:spcAft>
                <a:spcPts val="0"/>
              </a:spcAft>
              <a:buSzPts val="2200"/>
              <a:buChar char="–"/>
            </a:pPr>
            <a:r>
              <a:rPr lang="en-US" sz="2200"/>
              <a:t>Overview</a:t>
            </a:r>
            <a:endParaRPr sz="2200"/>
          </a:p>
          <a:p>
            <a:pPr indent="-368300" lvl="1" marL="1371600" rtl="0" algn="l">
              <a:spcBef>
                <a:spcPts val="0"/>
              </a:spcBef>
              <a:spcAft>
                <a:spcPts val="0"/>
              </a:spcAft>
              <a:buSzPts val="2200"/>
              <a:buChar char="–"/>
            </a:pPr>
            <a:r>
              <a:rPr lang="en-US" sz="2200"/>
              <a:t>Master </a:t>
            </a:r>
            <a:endParaRPr sz="2200"/>
          </a:p>
          <a:p>
            <a:pPr indent="-368300" lvl="1" marL="1371600" rtl="0" algn="l">
              <a:spcBef>
                <a:spcPts val="0"/>
              </a:spcBef>
              <a:spcAft>
                <a:spcPts val="0"/>
              </a:spcAft>
              <a:buSzPts val="2200"/>
              <a:buChar char="–"/>
            </a:pPr>
            <a:r>
              <a:rPr lang="en-US" sz="2200"/>
              <a:t>UART</a:t>
            </a:r>
            <a:endParaRPr sz="2200"/>
          </a:p>
          <a:p>
            <a:pPr indent="-368300" lvl="1" marL="1371600" rtl="0" algn="l">
              <a:spcBef>
                <a:spcPts val="0"/>
              </a:spcBef>
              <a:spcAft>
                <a:spcPts val="0"/>
              </a:spcAft>
              <a:buSzPts val="2200"/>
              <a:buChar char="–"/>
            </a:pPr>
            <a:r>
              <a:rPr lang="en-US" sz="2200"/>
              <a:t>GPIO</a:t>
            </a:r>
            <a:endParaRPr sz="2200"/>
          </a:p>
          <a:p>
            <a:pPr indent="-368300" lvl="1" marL="1371600" rtl="0" algn="l">
              <a:spcBef>
                <a:spcPts val="0"/>
              </a:spcBef>
              <a:spcAft>
                <a:spcPts val="0"/>
              </a:spcAft>
              <a:buSzPts val="2200"/>
              <a:buChar char="–"/>
            </a:pPr>
            <a:r>
              <a:rPr lang="en-US" sz="2200"/>
              <a:t>PS2</a:t>
            </a:r>
            <a:endParaRPr sz="2200"/>
          </a:p>
          <a:p>
            <a:pPr indent="-368300" lvl="1" marL="1371600" rtl="0" algn="l">
              <a:spcBef>
                <a:spcPts val="0"/>
              </a:spcBef>
              <a:spcAft>
                <a:spcPts val="0"/>
              </a:spcAft>
              <a:buSzPts val="2200"/>
              <a:buChar char="–"/>
            </a:pPr>
            <a:r>
              <a:rPr lang="en-US" sz="2200"/>
              <a:t>VGA</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g2c52acb1d04_32_0"/>
          <p:cNvSpPr txBox="1"/>
          <p:nvPr>
            <p:ph idx="1" type="body"/>
          </p:nvPr>
        </p:nvSpPr>
        <p:spPr>
          <a:xfrm>
            <a:off x="1295125" y="1340771"/>
            <a:ext cx="7597500" cy="20883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sz="2200"/>
              <a:t>The AXI protocol provides a standard for communication and data transfer between IP blocks within an SoC, allowing for efficient and scalable interconnects. It helps in achieving high throughput and minimizing latency in complex digital systems.</a:t>
            </a:r>
            <a:endParaRPr sz="2200"/>
          </a:p>
        </p:txBody>
      </p:sp>
      <p:sp>
        <p:nvSpPr>
          <p:cNvPr id="52" name="Google Shape;52;g2c52acb1d04_32_0"/>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AXI Protocol</a:t>
            </a:r>
            <a:endParaRPr/>
          </a:p>
        </p:txBody>
      </p:sp>
      <p:pic>
        <p:nvPicPr>
          <p:cNvPr id="53" name="Google Shape;53;g2c52acb1d04_32_0"/>
          <p:cNvPicPr preferRelativeResize="0"/>
          <p:nvPr/>
        </p:nvPicPr>
        <p:blipFill>
          <a:blip r:embed="rId3">
            <a:alphaModFix/>
          </a:blip>
          <a:stretch>
            <a:fillRect/>
          </a:stretch>
        </p:blipFill>
        <p:spPr>
          <a:xfrm>
            <a:off x="1403978" y="3573153"/>
            <a:ext cx="3327300" cy="2558550"/>
          </a:xfrm>
          <a:prstGeom prst="rect">
            <a:avLst/>
          </a:prstGeom>
          <a:noFill/>
          <a:ln>
            <a:noFill/>
          </a:ln>
        </p:spPr>
      </p:pic>
      <p:sp>
        <p:nvSpPr>
          <p:cNvPr id="54" name="Google Shape;54;g2c52acb1d04_32_0"/>
          <p:cNvSpPr txBox="1"/>
          <p:nvPr>
            <p:ph idx="1" type="body"/>
          </p:nvPr>
        </p:nvSpPr>
        <p:spPr>
          <a:xfrm>
            <a:off x="5189075" y="3429063"/>
            <a:ext cx="2079300" cy="454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US" sz="2000"/>
              <a:t>Interfaces</a:t>
            </a:r>
            <a:r>
              <a:rPr b="1" lang="en-US" sz="2000"/>
              <a:t>:</a:t>
            </a:r>
            <a:endParaRPr sz="2000"/>
          </a:p>
        </p:txBody>
      </p:sp>
      <p:sp>
        <p:nvSpPr>
          <p:cNvPr id="55" name="Google Shape;55;g2c52acb1d04_32_0"/>
          <p:cNvSpPr txBox="1"/>
          <p:nvPr>
            <p:ph idx="1" type="body"/>
          </p:nvPr>
        </p:nvSpPr>
        <p:spPr>
          <a:xfrm>
            <a:off x="5189075" y="4416675"/>
            <a:ext cx="3457800" cy="871500"/>
          </a:xfrm>
          <a:prstGeom prst="rect">
            <a:avLst/>
          </a:prstGeom>
        </p:spPr>
        <p:txBody>
          <a:bodyPr anchorCtr="0" anchor="ctr" bIns="45700" lIns="91425" spcFirstLastPara="1" rIns="91425" wrap="square" tIns="45700">
            <a:normAutofit/>
          </a:bodyPr>
          <a:lstStyle/>
          <a:p>
            <a:pPr indent="-336550" lvl="0" marL="457200" rtl="0" algn="l">
              <a:lnSpc>
                <a:spcPct val="80000"/>
              </a:lnSpc>
              <a:spcBef>
                <a:spcPts val="0"/>
              </a:spcBef>
              <a:spcAft>
                <a:spcPts val="0"/>
              </a:spcAft>
              <a:buSzPts val="1700"/>
              <a:buChar char="•"/>
            </a:pPr>
            <a:r>
              <a:rPr lang="en-US" sz="1700"/>
              <a:t>AXI4</a:t>
            </a:r>
            <a:endParaRPr sz="1700"/>
          </a:p>
          <a:p>
            <a:pPr indent="-336550" lvl="0" marL="457200" rtl="0" algn="l">
              <a:lnSpc>
                <a:spcPct val="80000"/>
              </a:lnSpc>
              <a:spcBef>
                <a:spcPts val="0"/>
              </a:spcBef>
              <a:spcAft>
                <a:spcPts val="0"/>
              </a:spcAft>
              <a:buSzPts val="1700"/>
              <a:buChar char="•"/>
            </a:pPr>
            <a:r>
              <a:rPr lang="en-US" sz="1700"/>
              <a:t>AXI4-Lite</a:t>
            </a:r>
            <a:endParaRPr sz="1700"/>
          </a:p>
          <a:p>
            <a:pPr indent="-336550" lvl="0" marL="457200" rtl="0" algn="l">
              <a:lnSpc>
                <a:spcPct val="80000"/>
              </a:lnSpc>
              <a:spcBef>
                <a:spcPts val="0"/>
              </a:spcBef>
              <a:spcAft>
                <a:spcPts val="0"/>
              </a:spcAft>
              <a:buSzPts val="1700"/>
              <a:buChar char="•"/>
            </a:pPr>
            <a:r>
              <a:rPr lang="en-US" sz="1700"/>
              <a:t>AXI4-Stream</a:t>
            </a:r>
            <a:endParaRPr sz="1700"/>
          </a:p>
        </p:txBody>
      </p:sp>
      <p:sp>
        <p:nvSpPr>
          <p:cNvPr id="56" name="Google Shape;56;g2c52acb1d04_32_0"/>
          <p:cNvSpPr txBox="1"/>
          <p:nvPr>
            <p:ph idx="1" type="body"/>
          </p:nvPr>
        </p:nvSpPr>
        <p:spPr>
          <a:xfrm>
            <a:off x="5189075" y="3883575"/>
            <a:ext cx="3457800" cy="533100"/>
          </a:xfrm>
          <a:prstGeom prst="rect">
            <a:avLst/>
          </a:prstGeom>
        </p:spPr>
        <p:txBody>
          <a:bodyPr anchorCtr="0" anchor="ctr" bIns="45700" lIns="91425" spcFirstLastPara="1" rIns="91425" wrap="square" tIns="45700">
            <a:normAutofit lnSpcReduction="20000"/>
          </a:bodyPr>
          <a:lstStyle/>
          <a:p>
            <a:pPr indent="0" lvl="0" marL="0" rtl="0" algn="just">
              <a:lnSpc>
                <a:spcPct val="7909"/>
              </a:lnSpc>
              <a:spcBef>
                <a:spcPts val="1200"/>
              </a:spcBef>
              <a:spcAft>
                <a:spcPts val="800"/>
              </a:spcAft>
              <a:buNone/>
            </a:pPr>
            <a:r>
              <a:rPr lang="en-US" sz="1700"/>
              <a:t>The AXI architecture defines three main types of interfaces</a:t>
            </a:r>
            <a:endParaRPr sz="1600"/>
          </a:p>
        </p:txBody>
      </p:sp>
      <p:sp>
        <p:nvSpPr>
          <p:cNvPr id="57" name="Google Shape;57;g2c52acb1d04_32_0"/>
          <p:cNvSpPr txBox="1"/>
          <p:nvPr>
            <p:ph idx="1" type="body"/>
          </p:nvPr>
        </p:nvSpPr>
        <p:spPr>
          <a:xfrm>
            <a:off x="5189075" y="5288175"/>
            <a:ext cx="3457800" cy="533100"/>
          </a:xfrm>
          <a:prstGeom prst="rect">
            <a:avLst/>
          </a:prstGeom>
        </p:spPr>
        <p:txBody>
          <a:bodyPr anchorCtr="0" anchor="ctr" bIns="45700" lIns="91425" spcFirstLastPara="1" rIns="91425" wrap="square" tIns="45700">
            <a:noAutofit/>
          </a:bodyPr>
          <a:lstStyle/>
          <a:p>
            <a:pPr indent="0" lvl="0" marL="0" rtl="0" algn="l">
              <a:lnSpc>
                <a:spcPct val="7909"/>
              </a:lnSpc>
              <a:spcBef>
                <a:spcPts val="1200"/>
              </a:spcBef>
              <a:spcAft>
                <a:spcPts val="800"/>
              </a:spcAft>
              <a:buNone/>
            </a:pPr>
            <a:r>
              <a:rPr b="1" lang="en-US" sz="1400">
                <a:solidFill>
                  <a:schemeClr val="dk1"/>
                </a:solidFill>
              </a:rPr>
              <a:t>AXI Lite </a:t>
            </a:r>
            <a:r>
              <a:rPr lang="en-US" sz="1400">
                <a:solidFill>
                  <a:schemeClr val="dk1"/>
                </a:solidFill>
              </a:rPr>
              <a:t>was chosen, representing a reduced and simplified variant of the AXI protocol.</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g2c52acb1d04_32_8"/>
          <p:cNvSpPr txBox="1"/>
          <p:nvPr>
            <p:ph idx="1" type="body"/>
          </p:nvPr>
        </p:nvSpPr>
        <p:spPr>
          <a:xfrm>
            <a:off x="1295125" y="1340775"/>
            <a:ext cx="3276900" cy="8742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US"/>
              <a:t>Operations: </a:t>
            </a:r>
            <a:endParaRPr b="1"/>
          </a:p>
        </p:txBody>
      </p:sp>
      <p:sp>
        <p:nvSpPr>
          <p:cNvPr id="64" name="Google Shape;64;g2c52acb1d04_32_8"/>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AXI Lite Protocol</a:t>
            </a:r>
            <a:endParaRPr/>
          </a:p>
        </p:txBody>
      </p:sp>
      <p:pic>
        <p:nvPicPr>
          <p:cNvPr id="65" name="Google Shape;65;g2c52acb1d04_32_8"/>
          <p:cNvPicPr preferRelativeResize="0"/>
          <p:nvPr/>
        </p:nvPicPr>
        <p:blipFill>
          <a:blip r:embed="rId3">
            <a:alphaModFix/>
          </a:blip>
          <a:stretch>
            <a:fillRect/>
          </a:stretch>
        </p:blipFill>
        <p:spPr>
          <a:xfrm>
            <a:off x="1295125" y="1976175"/>
            <a:ext cx="2863575" cy="2423475"/>
          </a:xfrm>
          <a:prstGeom prst="rect">
            <a:avLst/>
          </a:prstGeom>
          <a:noFill/>
          <a:ln>
            <a:noFill/>
          </a:ln>
        </p:spPr>
      </p:pic>
      <p:sp>
        <p:nvSpPr>
          <p:cNvPr id="66" name="Google Shape;66;g2c52acb1d04_32_8"/>
          <p:cNvSpPr txBox="1"/>
          <p:nvPr>
            <p:ph idx="1" type="body"/>
          </p:nvPr>
        </p:nvSpPr>
        <p:spPr>
          <a:xfrm>
            <a:off x="4572000" y="1976175"/>
            <a:ext cx="2079300" cy="454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US" sz="2000"/>
              <a:t>Read: </a:t>
            </a:r>
            <a:r>
              <a:rPr lang="en-US" sz="2000"/>
              <a:t>  </a:t>
            </a:r>
            <a:endParaRPr sz="2000"/>
          </a:p>
        </p:txBody>
      </p:sp>
      <p:sp>
        <p:nvSpPr>
          <p:cNvPr id="67" name="Google Shape;67;g2c52acb1d04_32_8"/>
          <p:cNvSpPr txBox="1"/>
          <p:nvPr>
            <p:ph idx="1" type="body"/>
          </p:nvPr>
        </p:nvSpPr>
        <p:spPr>
          <a:xfrm>
            <a:off x="6651300" y="1976175"/>
            <a:ext cx="2178900" cy="454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US" sz="2000"/>
              <a:t>Write:</a:t>
            </a:r>
            <a:endParaRPr b="1" sz="2000"/>
          </a:p>
        </p:txBody>
      </p:sp>
      <p:sp>
        <p:nvSpPr>
          <p:cNvPr id="68" name="Google Shape;68;g2c52acb1d04_32_8"/>
          <p:cNvSpPr txBox="1"/>
          <p:nvPr>
            <p:ph idx="1" type="body"/>
          </p:nvPr>
        </p:nvSpPr>
        <p:spPr>
          <a:xfrm>
            <a:off x="4572000" y="2430675"/>
            <a:ext cx="2079300" cy="1633800"/>
          </a:xfrm>
          <a:prstGeom prst="rect">
            <a:avLst/>
          </a:prstGeom>
        </p:spPr>
        <p:txBody>
          <a:bodyPr anchorCtr="0" anchor="ctr" bIns="45700" lIns="91425" spcFirstLastPara="1" rIns="91425" wrap="square" tIns="45700">
            <a:normAutofit/>
          </a:bodyPr>
          <a:lstStyle/>
          <a:p>
            <a:pPr indent="0" lvl="0" marL="0" rtl="0" algn="l">
              <a:lnSpc>
                <a:spcPct val="80000"/>
              </a:lnSpc>
              <a:spcBef>
                <a:spcPts val="0"/>
              </a:spcBef>
              <a:spcAft>
                <a:spcPts val="0"/>
              </a:spcAft>
              <a:buNone/>
            </a:pPr>
            <a:r>
              <a:rPr lang="en-US" sz="1700"/>
              <a:t>Master &lt;-&gt; Slave</a:t>
            </a:r>
            <a:endParaRPr sz="1700"/>
          </a:p>
          <a:p>
            <a:pPr indent="0" lvl="0" marL="0" rtl="0" algn="l">
              <a:lnSpc>
                <a:spcPct val="80000"/>
              </a:lnSpc>
              <a:spcBef>
                <a:spcPts val="0"/>
              </a:spcBef>
              <a:spcAft>
                <a:spcPts val="0"/>
              </a:spcAft>
              <a:buNone/>
            </a:pPr>
            <a:r>
              <a:t/>
            </a:r>
            <a:endParaRPr sz="1700"/>
          </a:p>
          <a:p>
            <a:pPr indent="0" lvl="0" marL="0" rtl="0" algn="l">
              <a:lnSpc>
                <a:spcPct val="80000"/>
              </a:lnSpc>
              <a:spcBef>
                <a:spcPts val="0"/>
              </a:spcBef>
              <a:spcAft>
                <a:spcPts val="0"/>
              </a:spcAft>
              <a:buNone/>
            </a:pPr>
            <a:r>
              <a:rPr lang="en-US" sz="1700"/>
              <a:t>&gt; </a:t>
            </a:r>
            <a:r>
              <a:rPr lang="en-US" sz="1700"/>
              <a:t>ARVALID</a:t>
            </a:r>
            <a:endParaRPr sz="1700"/>
          </a:p>
          <a:p>
            <a:pPr indent="0" lvl="0" marL="0" rtl="0" algn="l">
              <a:lnSpc>
                <a:spcPct val="80000"/>
              </a:lnSpc>
              <a:spcBef>
                <a:spcPts val="0"/>
              </a:spcBef>
              <a:spcAft>
                <a:spcPts val="0"/>
              </a:spcAft>
              <a:buNone/>
            </a:pPr>
            <a:r>
              <a:rPr lang="en-US" sz="1700"/>
              <a:t>&gt; ARADDR</a:t>
            </a:r>
            <a:endParaRPr sz="1700"/>
          </a:p>
          <a:p>
            <a:pPr indent="0" lvl="0" marL="0" rtl="0" algn="l">
              <a:lnSpc>
                <a:spcPct val="80000"/>
              </a:lnSpc>
              <a:spcBef>
                <a:spcPts val="0"/>
              </a:spcBef>
              <a:spcAft>
                <a:spcPts val="0"/>
              </a:spcAft>
              <a:buNone/>
            </a:pPr>
            <a:r>
              <a:rPr lang="en-US" sz="1700"/>
              <a:t>&lt; RVALID</a:t>
            </a:r>
            <a:endParaRPr sz="1700"/>
          </a:p>
          <a:p>
            <a:pPr indent="0" lvl="0" marL="0" rtl="0" algn="l">
              <a:lnSpc>
                <a:spcPct val="80000"/>
              </a:lnSpc>
              <a:spcBef>
                <a:spcPts val="0"/>
              </a:spcBef>
              <a:spcAft>
                <a:spcPts val="0"/>
              </a:spcAft>
              <a:buNone/>
            </a:pPr>
            <a:r>
              <a:rPr lang="en-US" sz="1700"/>
              <a:t>&lt; RDATA</a:t>
            </a:r>
            <a:endParaRPr sz="1700"/>
          </a:p>
          <a:p>
            <a:pPr indent="0" lvl="0" marL="0" rtl="0" algn="l">
              <a:lnSpc>
                <a:spcPct val="80000"/>
              </a:lnSpc>
              <a:spcBef>
                <a:spcPts val="0"/>
              </a:spcBef>
              <a:spcAft>
                <a:spcPts val="0"/>
              </a:spcAft>
              <a:buNone/>
            </a:pPr>
            <a:r>
              <a:rPr lang="en-US" sz="1700"/>
              <a:t>&gt; RREADY</a:t>
            </a:r>
            <a:endParaRPr sz="1700"/>
          </a:p>
        </p:txBody>
      </p:sp>
      <p:sp>
        <p:nvSpPr>
          <p:cNvPr id="69" name="Google Shape;69;g2c52acb1d04_32_8"/>
          <p:cNvSpPr txBox="1"/>
          <p:nvPr>
            <p:ph idx="1" type="body"/>
          </p:nvPr>
        </p:nvSpPr>
        <p:spPr>
          <a:xfrm>
            <a:off x="6651300" y="2430675"/>
            <a:ext cx="2178900" cy="1633800"/>
          </a:xfrm>
          <a:prstGeom prst="rect">
            <a:avLst/>
          </a:prstGeom>
        </p:spPr>
        <p:txBody>
          <a:bodyPr anchorCtr="0" anchor="ctr" bIns="45700" lIns="91425" spcFirstLastPara="1" rIns="91425" wrap="square" tIns="45700">
            <a:normAutofit lnSpcReduction="10000"/>
          </a:bodyPr>
          <a:lstStyle/>
          <a:p>
            <a:pPr indent="0" lvl="0" marL="0" rtl="0" algn="l">
              <a:lnSpc>
                <a:spcPct val="80000"/>
              </a:lnSpc>
              <a:spcBef>
                <a:spcPts val="0"/>
              </a:spcBef>
              <a:spcAft>
                <a:spcPts val="0"/>
              </a:spcAft>
              <a:buNone/>
            </a:pPr>
            <a:r>
              <a:rPr lang="en-US" sz="1700"/>
              <a:t>Master &lt;-&gt; Slave</a:t>
            </a:r>
            <a:endParaRPr sz="1700"/>
          </a:p>
          <a:p>
            <a:pPr indent="0" lvl="0" marL="0" rtl="0" algn="l">
              <a:lnSpc>
                <a:spcPct val="80000"/>
              </a:lnSpc>
              <a:spcBef>
                <a:spcPts val="0"/>
              </a:spcBef>
              <a:spcAft>
                <a:spcPts val="0"/>
              </a:spcAft>
              <a:buNone/>
            </a:pPr>
            <a:r>
              <a:t/>
            </a:r>
            <a:endParaRPr sz="1700"/>
          </a:p>
          <a:p>
            <a:pPr indent="0" lvl="0" marL="0" rtl="0" algn="l">
              <a:lnSpc>
                <a:spcPct val="80000"/>
              </a:lnSpc>
              <a:spcBef>
                <a:spcPts val="0"/>
              </a:spcBef>
              <a:spcAft>
                <a:spcPts val="0"/>
              </a:spcAft>
              <a:buNone/>
            </a:pPr>
            <a:r>
              <a:rPr lang="en-US" sz="1700"/>
              <a:t>&gt; AWVALID</a:t>
            </a:r>
            <a:endParaRPr sz="1700"/>
          </a:p>
          <a:p>
            <a:pPr indent="0" lvl="0" marL="0" rtl="0" algn="l">
              <a:lnSpc>
                <a:spcPct val="80000"/>
              </a:lnSpc>
              <a:spcBef>
                <a:spcPts val="0"/>
              </a:spcBef>
              <a:spcAft>
                <a:spcPts val="0"/>
              </a:spcAft>
              <a:buNone/>
            </a:pPr>
            <a:r>
              <a:rPr lang="en-US" sz="1700"/>
              <a:t>&gt; WVALID</a:t>
            </a:r>
            <a:endParaRPr sz="1700"/>
          </a:p>
          <a:p>
            <a:pPr indent="0" lvl="0" marL="0" rtl="0" algn="l">
              <a:lnSpc>
                <a:spcPct val="80000"/>
              </a:lnSpc>
              <a:spcBef>
                <a:spcPts val="0"/>
              </a:spcBef>
              <a:spcAft>
                <a:spcPts val="0"/>
              </a:spcAft>
              <a:buNone/>
            </a:pPr>
            <a:r>
              <a:rPr lang="en-US" sz="1700"/>
              <a:t>&gt; WDATA</a:t>
            </a:r>
            <a:endParaRPr sz="1700"/>
          </a:p>
          <a:p>
            <a:pPr indent="0" lvl="0" marL="0" rtl="0" algn="l">
              <a:lnSpc>
                <a:spcPct val="80000"/>
              </a:lnSpc>
              <a:spcBef>
                <a:spcPts val="0"/>
              </a:spcBef>
              <a:spcAft>
                <a:spcPts val="0"/>
              </a:spcAft>
              <a:buNone/>
            </a:pPr>
            <a:r>
              <a:rPr lang="en-US" sz="1700"/>
              <a:t>&gt; AWADDR</a:t>
            </a:r>
            <a:endParaRPr sz="1700"/>
          </a:p>
          <a:p>
            <a:pPr indent="0" lvl="0" marL="0" rtl="0" algn="l">
              <a:lnSpc>
                <a:spcPct val="80000"/>
              </a:lnSpc>
              <a:spcBef>
                <a:spcPts val="0"/>
              </a:spcBef>
              <a:spcAft>
                <a:spcPts val="0"/>
              </a:spcAft>
              <a:buNone/>
            </a:pPr>
            <a:r>
              <a:rPr lang="en-US" sz="1700"/>
              <a:t>&lt; BVALID</a:t>
            </a:r>
            <a:endParaRPr sz="1700"/>
          </a:p>
          <a:p>
            <a:pPr indent="0" lvl="0" marL="0" rtl="0" algn="l">
              <a:lnSpc>
                <a:spcPct val="80000"/>
              </a:lnSpc>
              <a:spcBef>
                <a:spcPts val="0"/>
              </a:spcBef>
              <a:spcAft>
                <a:spcPts val="0"/>
              </a:spcAft>
              <a:buNone/>
            </a:pPr>
            <a:r>
              <a:rPr lang="en-US" sz="1700"/>
              <a:t>&gt; BREADY</a:t>
            </a:r>
            <a:endParaRPr sz="1700"/>
          </a:p>
        </p:txBody>
      </p:sp>
      <p:pic>
        <p:nvPicPr>
          <p:cNvPr id="70" name="Google Shape;70;g2c52acb1d04_32_8"/>
          <p:cNvPicPr preferRelativeResize="0"/>
          <p:nvPr/>
        </p:nvPicPr>
        <p:blipFill>
          <a:blip r:embed="rId4">
            <a:alphaModFix/>
          </a:blip>
          <a:stretch>
            <a:fillRect/>
          </a:stretch>
        </p:blipFill>
        <p:spPr>
          <a:xfrm>
            <a:off x="1295125" y="4959182"/>
            <a:ext cx="4381500" cy="1673774"/>
          </a:xfrm>
          <a:prstGeom prst="rect">
            <a:avLst/>
          </a:prstGeom>
          <a:noFill/>
          <a:ln>
            <a:noFill/>
          </a:ln>
        </p:spPr>
      </p:pic>
      <p:sp>
        <p:nvSpPr>
          <p:cNvPr id="71" name="Google Shape;71;g2c52acb1d04_32_8"/>
          <p:cNvSpPr txBox="1"/>
          <p:nvPr>
            <p:ph idx="1" type="body"/>
          </p:nvPr>
        </p:nvSpPr>
        <p:spPr>
          <a:xfrm>
            <a:off x="1295125" y="4504663"/>
            <a:ext cx="2079300" cy="454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US" sz="2000"/>
              <a:t>Handshake:</a:t>
            </a:r>
            <a:endParaRPr sz="2000"/>
          </a:p>
        </p:txBody>
      </p:sp>
      <p:sp>
        <p:nvSpPr>
          <p:cNvPr id="72" name="Google Shape;72;g2c52acb1d04_32_8"/>
          <p:cNvSpPr txBox="1"/>
          <p:nvPr>
            <p:ph idx="1" type="body"/>
          </p:nvPr>
        </p:nvSpPr>
        <p:spPr>
          <a:xfrm>
            <a:off x="6138625" y="4979175"/>
            <a:ext cx="2372400" cy="1633800"/>
          </a:xfrm>
          <a:prstGeom prst="rect">
            <a:avLst/>
          </a:prstGeom>
        </p:spPr>
        <p:txBody>
          <a:bodyPr anchorCtr="0" anchor="ctr" bIns="45700" lIns="91425" spcFirstLastPara="1" rIns="91425" wrap="square" tIns="45700">
            <a:normAutofit/>
          </a:bodyPr>
          <a:lstStyle/>
          <a:p>
            <a:pPr indent="12700" lvl="0" marL="0" rtl="0" algn="l">
              <a:lnSpc>
                <a:spcPct val="7909"/>
              </a:lnSpc>
              <a:spcBef>
                <a:spcPts val="1200"/>
              </a:spcBef>
              <a:spcAft>
                <a:spcPts val="800"/>
              </a:spcAft>
              <a:buNone/>
            </a:pPr>
            <a:r>
              <a:rPr lang="en-US" sz="1200">
                <a:solidFill>
                  <a:schemeClr val="dk1"/>
                </a:solidFill>
              </a:rPr>
              <a:t>The </a:t>
            </a:r>
            <a:r>
              <a:rPr b="1" lang="en-US" sz="1200">
                <a:solidFill>
                  <a:schemeClr val="dk1"/>
                </a:solidFill>
              </a:rPr>
              <a:t>VALID</a:t>
            </a:r>
            <a:r>
              <a:rPr lang="en-US" sz="1200">
                <a:solidFill>
                  <a:schemeClr val="dk1"/>
                </a:solidFill>
              </a:rPr>
              <a:t> signal indicates that the data is valid to be transferred and the </a:t>
            </a:r>
            <a:r>
              <a:rPr b="1" lang="en-US" sz="1200">
                <a:solidFill>
                  <a:schemeClr val="dk1"/>
                </a:solidFill>
              </a:rPr>
              <a:t>READY</a:t>
            </a:r>
            <a:r>
              <a:rPr lang="en-US" sz="1200">
                <a:solidFill>
                  <a:schemeClr val="dk1"/>
                </a:solidFill>
              </a:rPr>
              <a:t> indicates that the component is ready to accept data or commit the transaction.</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2c5469451e6_3_0"/>
          <p:cNvSpPr txBox="1"/>
          <p:nvPr>
            <p:ph type="title"/>
          </p:nvPr>
        </p:nvSpPr>
        <p:spPr>
          <a:xfrm>
            <a:off x="2725618" y="3143651"/>
            <a:ext cx="4680600" cy="119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6100"/>
              <a:t>AXI MASTER</a:t>
            </a:r>
            <a:endParaRPr sz="6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2c523f894cf_1_58"/>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Master  Read/Write Design</a:t>
            </a:r>
            <a:endParaRPr/>
          </a:p>
        </p:txBody>
      </p:sp>
      <p:pic>
        <p:nvPicPr>
          <p:cNvPr id="85" name="Google Shape;85;g2c523f894cf_1_58"/>
          <p:cNvPicPr preferRelativeResize="0"/>
          <p:nvPr/>
        </p:nvPicPr>
        <p:blipFill>
          <a:blip r:embed="rId3">
            <a:alphaModFix/>
          </a:blip>
          <a:stretch>
            <a:fillRect/>
          </a:stretch>
        </p:blipFill>
        <p:spPr>
          <a:xfrm>
            <a:off x="2064837" y="1277726"/>
            <a:ext cx="5712525" cy="3242726"/>
          </a:xfrm>
          <a:prstGeom prst="rect">
            <a:avLst/>
          </a:prstGeom>
          <a:noFill/>
          <a:ln>
            <a:noFill/>
          </a:ln>
        </p:spPr>
      </p:pic>
      <p:pic>
        <p:nvPicPr>
          <p:cNvPr id="86" name="Google Shape;86;g2c523f894cf_1_58"/>
          <p:cNvPicPr preferRelativeResize="0"/>
          <p:nvPr/>
        </p:nvPicPr>
        <p:blipFill>
          <a:blip r:embed="rId4">
            <a:alphaModFix/>
          </a:blip>
          <a:stretch>
            <a:fillRect/>
          </a:stretch>
        </p:blipFill>
        <p:spPr>
          <a:xfrm>
            <a:off x="1274450" y="4601501"/>
            <a:ext cx="7293270" cy="21137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2c52acb1d04_14_2"/>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AXI Master TB</a:t>
            </a:r>
            <a:endParaRPr/>
          </a:p>
        </p:txBody>
      </p:sp>
      <p:pic>
        <p:nvPicPr>
          <p:cNvPr id="93" name="Google Shape;93;g2c52acb1d04_14_2"/>
          <p:cNvPicPr preferRelativeResize="0"/>
          <p:nvPr/>
        </p:nvPicPr>
        <p:blipFill>
          <a:blip r:embed="rId3">
            <a:alphaModFix/>
          </a:blip>
          <a:stretch>
            <a:fillRect/>
          </a:stretch>
        </p:blipFill>
        <p:spPr>
          <a:xfrm>
            <a:off x="1799350" y="3540600"/>
            <a:ext cx="7174326" cy="3155750"/>
          </a:xfrm>
          <a:prstGeom prst="rect">
            <a:avLst/>
          </a:prstGeom>
          <a:noFill/>
          <a:ln>
            <a:noFill/>
          </a:ln>
        </p:spPr>
      </p:pic>
      <p:pic>
        <p:nvPicPr>
          <p:cNvPr id="94" name="Google Shape;94;g2c52acb1d04_14_2"/>
          <p:cNvPicPr preferRelativeResize="0"/>
          <p:nvPr/>
        </p:nvPicPr>
        <p:blipFill>
          <a:blip r:embed="rId4">
            <a:alphaModFix/>
          </a:blip>
          <a:stretch>
            <a:fillRect/>
          </a:stretch>
        </p:blipFill>
        <p:spPr>
          <a:xfrm>
            <a:off x="1412575" y="1488950"/>
            <a:ext cx="7016451" cy="1940050"/>
          </a:xfrm>
          <a:prstGeom prst="rect">
            <a:avLst/>
          </a:prstGeom>
          <a:noFill/>
          <a:ln>
            <a:noFill/>
          </a:ln>
        </p:spPr>
      </p:pic>
      <p:pic>
        <p:nvPicPr>
          <p:cNvPr id="95" name="Google Shape;95;g2c52acb1d04_14_2"/>
          <p:cNvPicPr preferRelativeResize="0"/>
          <p:nvPr/>
        </p:nvPicPr>
        <p:blipFill rotWithShape="1">
          <a:blip r:embed="rId5">
            <a:alphaModFix/>
          </a:blip>
          <a:srcRect b="37457" l="5655" r="55846" t="22464"/>
          <a:stretch/>
        </p:blipFill>
        <p:spPr>
          <a:xfrm>
            <a:off x="1143450" y="4445400"/>
            <a:ext cx="655900" cy="1196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2c52acb1d04_3_0"/>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342900" lvl="0" marL="457200" rtl="0" algn="l">
              <a:spcBef>
                <a:spcPts val="0"/>
              </a:spcBef>
              <a:spcAft>
                <a:spcPts val="0"/>
              </a:spcAft>
              <a:buSzPts val="1800"/>
              <a:buChar char="•"/>
            </a:pPr>
            <a:r>
              <a:rPr lang="en-US"/>
              <a:t>2 Registers added for the interface with the AXI</a:t>
            </a:r>
            <a:endParaRPr/>
          </a:p>
          <a:p>
            <a:pPr indent="-342900" lvl="1" marL="914400" rtl="0" algn="l">
              <a:spcBef>
                <a:spcPts val="0"/>
              </a:spcBef>
              <a:spcAft>
                <a:spcPts val="0"/>
              </a:spcAft>
              <a:buSzPts val="1800"/>
              <a:buChar char="–"/>
            </a:pPr>
            <a:r>
              <a:rPr lang="en-US"/>
              <a:t>ReadWrite Register</a:t>
            </a:r>
            <a:endParaRPr/>
          </a:p>
          <a:p>
            <a:pPr indent="-342900" lvl="1" marL="914400" rtl="0" algn="l">
              <a:spcBef>
                <a:spcPts val="0"/>
              </a:spcBef>
              <a:spcAft>
                <a:spcPts val="0"/>
              </a:spcAft>
              <a:buSzPts val="1800"/>
              <a:buChar char="–"/>
            </a:pPr>
            <a:r>
              <a:rPr lang="en-US"/>
              <a:t>ReadOnly Register</a:t>
            </a:r>
            <a:endParaRPr/>
          </a:p>
        </p:txBody>
      </p:sp>
      <p:sp>
        <p:nvSpPr>
          <p:cNvPr id="102" name="Google Shape;102;g2c52acb1d04_3_0"/>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UART</a:t>
            </a:r>
            <a:endParaRPr/>
          </a:p>
        </p:txBody>
      </p:sp>
      <p:pic>
        <p:nvPicPr>
          <p:cNvPr id="103" name="Google Shape;103;g2c52acb1d04_3_0"/>
          <p:cNvPicPr preferRelativeResize="0"/>
          <p:nvPr/>
        </p:nvPicPr>
        <p:blipFill>
          <a:blip r:embed="rId3">
            <a:alphaModFix/>
          </a:blip>
          <a:stretch>
            <a:fillRect/>
          </a:stretch>
        </p:blipFill>
        <p:spPr>
          <a:xfrm>
            <a:off x="1617250" y="3349075"/>
            <a:ext cx="6953250" cy="2800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2c52acb1d04_3_7"/>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342900" lvl="0" marL="457200" rtl="0" algn="l">
              <a:spcBef>
                <a:spcPts val="0"/>
              </a:spcBef>
              <a:spcAft>
                <a:spcPts val="0"/>
              </a:spcAft>
              <a:buSzPts val="1800"/>
              <a:buChar char="•"/>
            </a:pPr>
            <a:r>
              <a:rPr lang="en-US"/>
              <a:t>IP Slave Registers</a:t>
            </a:r>
            <a:endParaRPr/>
          </a:p>
        </p:txBody>
      </p:sp>
      <p:sp>
        <p:nvSpPr>
          <p:cNvPr id="110" name="Google Shape;110;g2c52acb1d04_3_7"/>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UART</a:t>
            </a:r>
            <a:endParaRPr/>
          </a:p>
        </p:txBody>
      </p:sp>
      <p:pic>
        <p:nvPicPr>
          <p:cNvPr id="111" name="Google Shape;111;g2c52acb1d04_3_7"/>
          <p:cNvPicPr preferRelativeResize="0"/>
          <p:nvPr/>
        </p:nvPicPr>
        <p:blipFill>
          <a:blip r:embed="rId3">
            <a:alphaModFix/>
          </a:blip>
          <a:stretch>
            <a:fillRect/>
          </a:stretch>
        </p:blipFill>
        <p:spPr>
          <a:xfrm>
            <a:off x="2112750" y="3002050"/>
            <a:ext cx="5962226" cy="2368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2c52acb1d04_3_14"/>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342900" lvl="0" marL="457200" rtl="0" algn="l">
              <a:spcBef>
                <a:spcPts val="0"/>
              </a:spcBef>
              <a:spcAft>
                <a:spcPts val="0"/>
              </a:spcAft>
              <a:buSzPts val="1800"/>
              <a:buChar char="•"/>
            </a:pPr>
            <a:r>
              <a:rPr lang="en-US"/>
              <a:t>Testbench</a:t>
            </a:r>
            <a:endParaRPr/>
          </a:p>
          <a:p>
            <a:pPr indent="-342900" lvl="1" marL="914400" rtl="0" algn="l">
              <a:spcBef>
                <a:spcPts val="0"/>
              </a:spcBef>
              <a:spcAft>
                <a:spcPts val="0"/>
              </a:spcAft>
              <a:buSzPts val="1800"/>
              <a:buChar char="–"/>
            </a:pPr>
            <a:r>
              <a:rPr lang="en-US"/>
              <a:t>Reception of a character</a:t>
            </a:r>
            <a:endParaRPr/>
          </a:p>
          <a:p>
            <a:pPr indent="-342900" lvl="1" marL="914400" rtl="0" algn="l">
              <a:spcBef>
                <a:spcPts val="0"/>
              </a:spcBef>
              <a:spcAft>
                <a:spcPts val="0"/>
              </a:spcAft>
              <a:buSzPts val="1800"/>
              <a:buChar char="–"/>
            </a:pPr>
            <a:r>
              <a:rPr lang="en-US"/>
              <a:t>Transmission of the same character</a:t>
            </a:r>
            <a:endParaRPr/>
          </a:p>
        </p:txBody>
      </p:sp>
      <p:sp>
        <p:nvSpPr>
          <p:cNvPr id="118" name="Google Shape;118;g2c52acb1d04_3_14"/>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UART</a:t>
            </a:r>
            <a:endParaRPr/>
          </a:p>
        </p:txBody>
      </p:sp>
      <p:pic>
        <p:nvPicPr>
          <p:cNvPr id="119" name="Google Shape;119;g2c52acb1d04_3_14"/>
          <p:cNvPicPr preferRelativeResize="0"/>
          <p:nvPr/>
        </p:nvPicPr>
        <p:blipFill>
          <a:blip r:embed="rId3">
            <a:alphaModFix/>
          </a:blip>
          <a:stretch>
            <a:fillRect/>
          </a:stretch>
        </p:blipFill>
        <p:spPr>
          <a:xfrm>
            <a:off x="1213849" y="3033300"/>
            <a:ext cx="7597499" cy="29705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2c52acb1d04_0_0"/>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RTL Block Design</a:t>
            </a:r>
            <a:endParaRPr/>
          </a:p>
          <a:p>
            <a:pPr indent="0" lvl="0" marL="0" rtl="0" algn="l">
              <a:spcBef>
                <a:spcPts val="0"/>
              </a:spcBef>
              <a:spcAft>
                <a:spcPts val="0"/>
              </a:spcAft>
              <a:buNone/>
            </a:pPr>
            <a:r>
              <a:rPr lang="en-US"/>
              <a:t>	</a:t>
            </a:r>
            <a:endParaRPr/>
          </a:p>
        </p:txBody>
      </p:sp>
      <p:sp>
        <p:nvSpPr>
          <p:cNvPr id="126" name="Google Shape;126;g2c52acb1d04_0_0"/>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                  GPIO</a:t>
            </a:r>
            <a:endParaRPr/>
          </a:p>
        </p:txBody>
      </p:sp>
      <p:pic>
        <p:nvPicPr>
          <p:cNvPr id="127" name="Google Shape;127;g2c52acb1d04_0_0"/>
          <p:cNvPicPr preferRelativeResize="0"/>
          <p:nvPr/>
        </p:nvPicPr>
        <p:blipFill>
          <a:blip r:embed="rId3">
            <a:alphaModFix/>
          </a:blip>
          <a:stretch>
            <a:fillRect/>
          </a:stretch>
        </p:blipFill>
        <p:spPr>
          <a:xfrm>
            <a:off x="1453588" y="2568063"/>
            <a:ext cx="7439025" cy="2847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2c52acb1d04_0_15"/>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TestBench</a:t>
            </a:r>
            <a:endParaRPr/>
          </a:p>
          <a:p>
            <a:pPr indent="0" lvl="0" marL="0" rtl="0" algn="l">
              <a:spcBef>
                <a:spcPts val="0"/>
              </a:spcBef>
              <a:spcAft>
                <a:spcPts val="0"/>
              </a:spcAft>
              <a:buNone/>
            </a:pPr>
            <a:r>
              <a:rPr lang="en-US"/>
              <a:t>	</a:t>
            </a:r>
            <a:endParaRPr/>
          </a:p>
        </p:txBody>
      </p:sp>
      <p:sp>
        <p:nvSpPr>
          <p:cNvPr id="134" name="Google Shape;134;g2c52acb1d04_0_15"/>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                  GPIO</a:t>
            </a:r>
            <a:endParaRPr/>
          </a:p>
        </p:txBody>
      </p:sp>
      <p:pic>
        <p:nvPicPr>
          <p:cNvPr id="135" name="Google Shape;135;g2c52acb1d04_0_15"/>
          <p:cNvPicPr preferRelativeResize="0"/>
          <p:nvPr/>
        </p:nvPicPr>
        <p:blipFill>
          <a:blip r:embed="rId3">
            <a:alphaModFix/>
          </a:blip>
          <a:stretch>
            <a:fillRect/>
          </a:stretch>
        </p:blipFill>
        <p:spPr>
          <a:xfrm>
            <a:off x="2914300" y="2078138"/>
            <a:ext cx="3819525" cy="4086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2c52acb1d04_0_7"/>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Simulation</a:t>
            </a:r>
            <a:endParaRPr/>
          </a:p>
          <a:p>
            <a:pPr indent="0" lvl="0" marL="0" rtl="0" algn="l">
              <a:spcBef>
                <a:spcPts val="0"/>
              </a:spcBef>
              <a:spcAft>
                <a:spcPts val="0"/>
              </a:spcAft>
              <a:buNone/>
            </a:pPr>
            <a:r>
              <a:rPr lang="en-US"/>
              <a:t>	</a:t>
            </a:r>
            <a:endParaRPr/>
          </a:p>
        </p:txBody>
      </p:sp>
      <p:sp>
        <p:nvSpPr>
          <p:cNvPr id="142" name="Google Shape;142;g2c52acb1d04_0_7"/>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                  GPIO</a:t>
            </a:r>
            <a:endParaRPr/>
          </a:p>
        </p:txBody>
      </p:sp>
      <p:pic>
        <p:nvPicPr>
          <p:cNvPr id="143" name="Google Shape;143;g2c52acb1d04_0_7"/>
          <p:cNvPicPr preferRelativeResize="0"/>
          <p:nvPr/>
        </p:nvPicPr>
        <p:blipFill>
          <a:blip r:embed="rId3">
            <a:alphaModFix/>
          </a:blip>
          <a:stretch>
            <a:fillRect/>
          </a:stretch>
        </p:blipFill>
        <p:spPr>
          <a:xfrm>
            <a:off x="1062463" y="2462051"/>
            <a:ext cx="8062825" cy="29420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2c52acb1d04_16_0"/>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PS2 Overview</a:t>
            </a:r>
            <a:endParaRPr/>
          </a:p>
          <a:p>
            <a:pPr indent="0" lvl="0" marL="0" rtl="0" algn="l">
              <a:spcBef>
                <a:spcPts val="0"/>
              </a:spcBef>
              <a:spcAft>
                <a:spcPts val="0"/>
              </a:spcAft>
              <a:buNone/>
            </a:pPr>
            <a:r>
              <a:rPr lang="en-US"/>
              <a:t>	</a:t>
            </a:r>
            <a:endParaRPr/>
          </a:p>
        </p:txBody>
      </p:sp>
      <p:sp>
        <p:nvSpPr>
          <p:cNvPr id="150" name="Google Shape;150;g2c52acb1d04_16_0"/>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                  PS2</a:t>
            </a:r>
            <a:endParaRPr/>
          </a:p>
        </p:txBody>
      </p:sp>
      <p:pic>
        <p:nvPicPr>
          <p:cNvPr id="151" name="Google Shape;151;g2c52acb1d04_16_0"/>
          <p:cNvPicPr preferRelativeResize="0"/>
          <p:nvPr/>
        </p:nvPicPr>
        <p:blipFill>
          <a:blip r:embed="rId3">
            <a:alphaModFix/>
          </a:blip>
          <a:stretch>
            <a:fillRect/>
          </a:stretch>
        </p:blipFill>
        <p:spPr>
          <a:xfrm>
            <a:off x="2162175" y="3095625"/>
            <a:ext cx="5429250" cy="1276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2c52acb1d04_16_16"/>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RTL Block Design</a:t>
            </a:r>
            <a:endParaRPr/>
          </a:p>
          <a:p>
            <a:pPr indent="0" lvl="0" marL="0" rtl="0" algn="l">
              <a:spcBef>
                <a:spcPts val="0"/>
              </a:spcBef>
              <a:spcAft>
                <a:spcPts val="0"/>
              </a:spcAft>
              <a:buNone/>
            </a:pPr>
            <a:r>
              <a:rPr lang="en-US"/>
              <a:t>	</a:t>
            </a:r>
            <a:endParaRPr/>
          </a:p>
        </p:txBody>
      </p:sp>
      <p:sp>
        <p:nvSpPr>
          <p:cNvPr id="158" name="Google Shape;158;g2c52acb1d04_16_16"/>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                  PS2</a:t>
            </a:r>
            <a:endParaRPr/>
          </a:p>
        </p:txBody>
      </p:sp>
      <p:pic>
        <p:nvPicPr>
          <p:cNvPr id="159" name="Google Shape;159;g2c52acb1d04_16_16"/>
          <p:cNvPicPr preferRelativeResize="0"/>
          <p:nvPr/>
        </p:nvPicPr>
        <p:blipFill>
          <a:blip r:embed="rId3">
            <a:alphaModFix/>
          </a:blip>
          <a:stretch>
            <a:fillRect/>
          </a:stretch>
        </p:blipFill>
        <p:spPr>
          <a:xfrm>
            <a:off x="1625050" y="2095513"/>
            <a:ext cx="6937649" cy="2666975"/>
          </a:xfrm>
          <a:prstGeom prst="rect">
            <a:avLst/>
          </a:prstGeom>
          <a:noFill/>
          <a:ln>
            <a:noFill/>
          </a:ln>
        </p:spPr>
      </p:pic>
      <p:pic>
        <p:nvPicPr>
          <p:cNvPr id="160" name="Google Shape;160;g2c52acb1d04_16_16"/>
          <p:cNvPicPr preferRelativeResize="0"/>
          <p:nvPr/>
        </p:nvPicPr>
        <p:blipFill>
          <a:blip r:embed="rId4">
            <a:alphaModFix/>
          </a:blip>
          <a:stretch>
            <a:fillRect/>
          </a:stretch>
        </p:blipFill>
        <p:spPr>
          <a:xfrm>
            <a:off x="3132825" y="4860500"/>
            <a:ext cx="3382500" cy="1801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2c52acb1d04_16_8"/>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Generated IP</a:t>
            </a:r>
            <a:endParaRPr/>
          </a:p>
          <a:p>
            <a:pPr indent="0" lvl="0" marL="0" rtl="0" algn="l">
              <a:spcBef>
                <a:spcPts val="0"/>
              </a:spcBef>
              <a:spcAft>
                <a:spcPts val="0"/>
              </a:spcAft>
              <a:buNone/>
            </a:pPr>
            <a:r>
              <a:rPr lang="en-US"/>
              <a:t>	</a:t>
            </a:r>
            <a:endParaRPr/>
          </a:p>
        </p:txBody>
      </p:sp>
      <p:sp>
        <p:nvSpPr>
          <p:cNvPr id="167" name="Google Shape;167;g2c52acb1d04_16_8"/>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                  PS2</a:t>
            </a:r>
            <a:endParaRPr/>
          </a:p>
        </p:txBody>
      </p:sp>
      <p:pic>
        <p:nvPicPr>
          <p:cNvPr id="168" name="Google Shape;168;g2c52acb1d04_16_8"/>
          <p:cNvPicPr preferRelativeResize="0"/>
          <p:nvPr/>
        </p:nvPicPr>
        <p:blipFill>
          <a:blip r:embed="rId3">
            <a:alphaModFix/>
          </a:blip>
          <a:stretch>
            <a:fillRect/>
          </a:stretch>
        </p:blipFill>
        <p:spPr>
          <a:xfrm>
            <a:off x="3582361" y="1991575"/>
            <a:ext cx="2483425" cy="2874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2c52acb1d04_16_23"/>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IP slave registers</a:t>
            </a:r>
            <a:endParaRPr/>
          </a:p>
          <a:p>
            <a:pPr indent="0" lvl="0" marL="0" rtl="0" algn="l">
              <a:spcBef>
                <a:spcPts val="0"/>
              </a:spcBef>
              <a:spcAft>
                <a:spcPts val="0"/>
              </a:spcAft>
              <a:buNone/>
            </a:pPr>
            <a:r>
              <a:rPr lang="en-US"/>
              <a:t>	</a:t>
            </a:r>
            <a:endParaRPr/>
          </a:p>
        </p:txBody>
      </p:sp>
      <p:sp>
        <p:nvSpPr>
          <p:cNvPr id="175" name="Google Shape;175;g2c52acb1d04_16_23"/>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                  PS2</a:t>
            </a:r>
            <a:endParaRPr/>
          </a:p>
        </p:txBody>
      </p:sp>
      <p:pic>
        <p:nvPicPr>
          <p:cNvPr id="176" name="Google Shape;176;g2c52acb1d04_16_23"/>
          <p:cNvPicPr preferRelativeResize="0"/>
          <p:nvPr/>
        </p:nvPicPr>
        <p:blipFill>
          <a:blip r:embed="rId3">
            <a:alphaModFix/>
          </a:blip>
          <a:stretch>
            <a:fillRect/>
          </a:stretch>
        </p:blipFill>
        <p:spPr>
          <a:xfrm>
            <a:off x="1295124" y="2923875"/>
            <a:ext cx="7597500" cy="112811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2c53544980f_0_0"/>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Overview</a:t>
            </a:r>
            <a:endParaRPr/>
          </a:p>
          <a:p>
            <a:pPr indent="0" lvl="0" marL="0" rtl="0" algn="l">
              <a:spcBef>
                <a:spcPts val="0"/>
              </a:spcBef>
              <a:spcAft>
                <a:spcPts val="0"/>
              </a:spcAft>
              <a:buNone/>
            </a:pPr>
            <a:r>
              <a:rPr lang="en-US"/>
              <a:t>	</a:t>
            </a:r>
            <a:endParaRPr/>
          </a:p>
        </p:txBody>
      </p:sp>
      <p:sp>
        <p:nvSpPr>
          <p:cNvPr id="183" name="Google Shape;183;g2c53544980f_0_0"/>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                  VGA</a:t>
            </a:r>
            <a:endParaRPr/>
          </a:p>
        </p:txBody>
      </p:sp>
      <p:pic>
        <p:nvPicPr>
          <p:cNvPr id="184" name="Google Shape;184;g2c53544980f_0_0"/>
          <p:cNvPicPr preferRelativeResize="0"/>
          <p:nvPr/>
        </p:nvPicPr>
        <p:blipFill>
          <a:blip r:embed="rId3">
            <a:alphaModFix/>
          </a:blip>
          <a:stretch>
            <a:fillRect/>
          </a:stretch>
        </p:blipFill>
        <p:spPr>
          <a:xfrm>
            <a:off x="1295125" y="2494000"/>
            <a:ext cx="7597500" cy="370298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2c53544980f_0_8"/>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RTL Block Design</a:t>
            </a:r>
            <a:endParaRPr/>
          </a:p>
          <a:p>
            <a:pPr indent="0" lvl="0" marL="0" rtl="0" algn="l">
              <a:spcBef>
                <a:spcPts val="0"/>
              </a:spcBef>
              <a:spcAft>
                <a:spcPts val="0"/>
              </a:spcAft>
              <a:buNone/>
            </a:pPr>
            <a:r>
              <a:rPr lang="en-US"/>
              <a:t>	</a:t>
            </a:r>
            <a:endParaRPr/>
          </a:p>
        </p:txBody>
      </p:sp>
      <p:sp>
        <p:nvSpPr>
          <p:cNvPr id="191" name="Google Shape;191;g2c53544980f_0_8"/>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                  VGA</a:t>
            </a:r>
            <a:endParaRPr/>
          </a:p>
        </p:txBody>
      </p:sp>
      <p:pic>
        <p:nvPicPr>
          <p:cNvPr id="192" name="Google Shape;192;g2c53544980f_0_8"/>
          <p:cNvPicPr preferRelativeResize="0"/>
          <p:nvPr/>
        </p:nvPicPr>
        <p:blipFill>
          <a:blip r:embed="rId3">
            <a:alphaModFix/>
          </a:blip>
          <a:stretch>
            <a:fillRect/>
          </a:stretch>
        </p:blipFill>
        <p:spPr>
          <a:xfrm>
            <a:off x="1162050" y="2138675"/>
            <a:ext cx="7905750" cy="4343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2c53544980f_0_16"/>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RTL Block Design</a:t>
            </a:r>
            <a:endParaRPr/>
          </a:p>
          <a:p>
            <a:pPr indent="0" lvl="0" marL="0" rtl="0" algn="l">
              <a:spcBef>
                <a:spcPts val="0"/>
              </a:spcBef>
              <a:spcAft>
                <a:spcPts val="0"/>
              </a:spcAft>
              <a:buNone/>
            </a:pPr>
            <a:r>
              <a:rPr lang="en-US"/>
              <a:t>	</a:t>
            </a:r>
            <a:endParaRPr/>
          </a:p>
        </p:txBody>
      </p:sp>
      <p:sp>
        <p:nvSpPr>
          <p:cNvPr id="199" name="Google Shape;199;g2c53544980f_0_16"/>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                  VGA</a:t>
            </a:r>
            <a:endParaRPr/>
          </a:p>
        </p:txBody>
      </p:sp>
      <p:pic>
        <p:nvPicPr>
          <p:cNvPr id="200" name="Google Shape;200;g2c53544980f_0_16"/>
          <p:cNvPicPr preferRelativeResize="0"/>
          <p:nvPr/>
        </p:nvPicPr>
        <p:blipFill>
          <a:blip r:embed="rId3">
            <a:alphaModFix/>
          </a:blip>
          <a:stretch>
            <a:fillRect/>
          </a:stretch>
        </p:blipFill>
        <p:spPr>
          <a:xfrm>
            <a:off x="1347450" y="2065976"/>
            <a:ext cx="7250249" cy="4459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2c53544980f_0_24"/>
          <p:cNvSpPr/>
          <p:nvPr/>
        </p:nvSpPr>
        <p:spPr>
          <a:xfrm>
            <a:off x="1061475" y="2298300"/>
            <a:ext cx="8082600" cy="36837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
        <p:nvSpPr>
          <p:cNvPr id="207" name="Google Shape;207;g2c53544980f_0_24"/>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Registers</a:t>
            </a:r>
            <a:endParaRPr/>
          </a:p>
          <a:p>
            <a:pPr indent="0" lvl="0" marL="0" rtl="0" algn="l">
              <a:spcBef>
                <a:spcPts val="0"/>
              </a:spcBef>
              <a:spcAft>
                <a:spcPts val="0"/>
              </a:spcAft>
              <a:buNone/>
            </a:pPr>
            <a:r>
              <a:rPr lang="en-US"/>
              <a:t>	</a:t>
            </a:r>
            <a:endParaRPr/>
          </a:p>
        </p:txBody>
      </p:sp>
      <p:sp>
        <p:nvSpPr>
          <p:cNvPr id="208" name="Google Shape;208;g2c53544980f_0_24"/>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                  VGA</a:t>
            </a:r>
            <a:endParaRPr/>
          </a:p>
        </p:txBody>
      </p:sp>
      <p:pic>
        <p:nvPicPr>
          <p:cNvPr id="209" name="Google Shape;209;g2c53544980f_0_24"/>
          <p:cNvPicPr preferRelativeResize="0"/>
          <p:nvPr/>
        </p:nvPicPr>
        <p:blipFill>
          <a:blip r:embed="rId3">
            <a:alphaModFix/>
          </a:blip>
          <a:stretch>
            <a:fillRect/>
          </a:stretch>
        </p:blipFill>
        <p:spPr>
          <a:xfrm>
            <a:off x="1092575" y="2298300"/>
            <a:ext cx="6209208" cy="3602597"/>
          </a:xfrm>
          <a:prstGeom prst="rect">
            <a:avLst/>
          </a:prstGeom>
          <a:noFill/>
          <a:ln>
            <a:noFill/>
          </a:ln>
        </p:spPr>
      </p:pic>
      <p:pic>
        <p:nvPicPr>
          <p:cNvPr id="210" name="Google Shape;210;g2c53544980f_0_24"/>
          <p:cNvPicPr preferRelativeResize="0"/>
          <p:nvPr/>
        </p:nvPicPr>
        <p:blipFill rotWithShape="1">
          <a:blip r:embed="rId4">
            <a:alphaModFix/>
          </a:blip>
          <a:srcRect b="0" l="0" r="71117" t="0"/>
          <a:stretch/>
        </p:blipFill>
        <p:spPr>
          <a:xfrm>
            <a:off x="7301784" y="2379353"/>
            <a:ext cx="1793392" cy="360259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2c53544980f_0_34"/>
          <p:cNvSpPr/>
          <p:nvPr/>
        </p:nvSpPr>
        <p:spPr>
          <a:xfrm>
            <a:off x="1061475" y="2695200"/>
            <a:ext cx="8082600" cy="31014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
        <p:nvSpPr>
          <p:cNvPr id="217" name="Google Shape;217;g2c53544980f_0_34"/>
          <p:cNvSpPr txBox="1"/>
          <p:nvPr>
            <p:ph idx="1" type="body"/>
          </p:nvPr>
        </p:nvSpPr>
        <p:spPr>
          <a:xfrm>
            <a:off x="1295128" y="1340768"/>
            <a:ext cx="7597500" cy="5184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Registers</a:t>
            </a:r>
            <a:endParaRPr/>
          </a:p>
          <a:p>
            <a:pPr indent="0" lvl="0" marL="0" rtl="0" algn="l">
              <a:spcBef>
                <a:spcPts val="0"/>
              </a:spcBef>
              <a:spcAft>
                <a:spcPts val="0"/>
              </a:spcAft>
              <a:buNone/>
            </a:pPr>
            <a:r>
              <a:rPr lang="en-US"/>
              <a:t>	</a:t>
            </a:r>
            <a:endParaRPr/>
          </a:p>
        </p:txBody>
      </p:sp>
      <p:sp>
        <p:nvSpPr>
          <p:cNvPr id="218" name="Google Shape;218;g2c53544980f_0_34"/>
          <p:cNvSpPr txBox="1"/>
          <p:nvPr>
            <p:ph type="title"/>
          </p:nvPr>
        </p:nvSpPr>
        <p:spPr>
          <a:xfrm>
            <a:off x="2483768" y="1"/>
            <a:ext cx="4680600" cy="119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                  VGA</a:t>
            </a:r>
            <a:endParaRPr/>
          </a:p>
        </p:txBody>
      </p:sp>
      <p:pic>
        <p:nvPicPr>
          <p:cNvPr id="219" name="Google Shape;219;g2c53544980f_0_34"/>
          <p:cNvPicPr preferRelativeResize="0"/>
          <p:nvPr/>
        </p:nvPicPr>
        <p:blipFill>
          <a:blip r:embed="rId3">
            <a:alphaModFix/>
          </a:blip>
          <a:stretch>
            <a:fillRect/>
          </a:stretch>
        </p:blipFill>
        <p:spPr>
          <a:xfrm>
            <a:off x="1043975" y="2698875"/>
            <a:ext cx="6245636" cy="2856407"/>
          </a:xfrm>
          <a:prstGeom prst="rect">
            <a:avLst/>
          </a:prstGeom>
          <a:noFill/>
          <a:ln>
            <a:noFill/>
          </a:ln>
        </p:spPr>
      </p:pic>
      <p:pic>
        <p:nvPicPr>
          <p:cNvPr id="220" name="Google Shape;220;g2c53544980f_0_34"/>
          <p:cNvPicPr preferRelativeResize="0"/>
          <p:nvPr/>
        </p:nvPicPr>
        <p:blipFill rotWithShape="1">
          <a:blip r:embed="rId4">
            <a:alphaModFix/>
          </a:blip>
          <a:srcRect b="0" l="0" r="70312" t="0"/>
          <a:stretch/>
        </p:blipFill>
        <p:spPr>
          <a:xfrm>
            <a:off x="7289612" y="2930893"/>
            <a:ext cx="1854163" cy="285640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2c5469451e6_0_0"/>
          <p:cNvSpPr txBox="1"/>
          <p:nvPr/>
        </p:nvSpPr>
        <p:spPr>
          <a:xfrm>
            <a:off x="2712725" y="3429000"/>
            <a:ext cx="6299100" cy="14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900">
                <a:solidFill>
                  <a:srgbClr val="373E48"/>
                </a:solidFill>
                <a:latin typeface="Corbel"/>
                <a:ea typeface="Corbel"/>
                <a:cs typeface="Corbel"/>
                <a:sym typeface="Corbel"/>
              </a:rPr>
              <a:t>Thank you for your attention!</a:t>
            </a:r>
            <a:endParaRPr b="1" sz="2900">
              <a:solidFill>
                <a:srgbClr val="373E48"/>
              </a:solidFill>
              <a:latin typeface="Corbel"/>
              <a:ea typeface="Corbel"/>
              <a:cs typeface="Corbel"/>
              <a:sym typeface="Corbel"/>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Office Colors">
      <a:dk1>
        <a:srgbClr val="000000"/>
      </a:dk1>
      <a:lt1>
        <a:srgbClr val="FFFFFF"/>
      </a:lt1>
      <a:dk2>
        <a:srgbClr val="1F497D"/>
      </a:dk2>
      <a:lt2>
        <a:srgbClr val="FAF3E8"/>
      </a:lt2>
      <a:accent1>
        <a:srgbClr val="5C83B4"/>
      </a:accent1>
      <a:accent2>
        <a:srgbClr val="C0504D"/>
      </a:accent2>
      <a:accent3>
        <a:srgbClr val="9DBB61"/>
      </a:accent3>
      <a:accent4>
        <a:srgbClr val="8066A0"/>
      </a:accent4>
      <a:accent5>
        <a:srgbClr val="4BACC6"/>
      </a:accent5>
      <a:accent6>
        <a:srgbClr val="F59D5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sign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2012-04-27T13:45:19Z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TC100738469990</vt:lpwstr>
  </property>
</Properties>
</file>